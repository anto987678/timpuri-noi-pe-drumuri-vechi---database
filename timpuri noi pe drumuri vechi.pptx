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notesMasterIdLst>
    <p:notesMasterId r:id="rId15"/>
  </p:notesMasterIdLst>
  <p:sldIdLst>
    <p:sldId id="256" r:id="rId2"/>
    <p:sldId id="257" r:id="rId3"/>
    <p:sldId id="258" r:id="rId4"/>
    <p:sldId id="260" r:id="rId5"/>
    <p:sldId id="262" r:id="rId6"/>
    <p:sldId id="271" r:id="rId7"/>
    <p:sldId id="272" r:id="rId8"/>
    <p:sldId id="270" r:id="rId9"/>
    <p:sldId id="266" r:id="rId10"/>
    <p:sldId id="261" r:id="rId11"/>
    <p:sldId id="268" r:id="rId12"/>
    <p:sldId id="267" r:id="rId13"/>
    <p:sldId id="25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102B5F1-AA85-4B7F-85D4-8A808ECEDB91}">
          <p14:sldIdLst>
            <p14:sldId id="256"/>
            <p14:sldId id="257"/>
            <p14:sldId id="258"/>
            <p14:sldId id="260"/>
            <p14:sldId id="262"/>
            <p14:sldId id="271"/>
            <p14:sldId id="272"/>
            <p14:sldId id="270"/>
            <p14:sldId id="266"/>
            <p14:sldId id="261"/>
            <p14:sldId id="268"/>
            <p14:sldId id="267"/>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5F9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A8D0C6-9394-46EF-8850-7CA33E085450}" v="5" dt="2024-01-15T16:29:37.100"/>
    <p1510:client id="{FBACAE2E-C1FC-47D1-99D3-BD948E2026F4}" v="21" dt="2024-01-15T15:32:32.9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DE8FB2-9FEB-4986-814A-1F3F32124E98}" type="datetimeFigureOut">
              <a:rPr lang="en-US" smtClean="0"/>
              <a:t>1/15/2024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44638-8968-4A74-8D1C-555C17393127}" type="slidenum">
              <a:rPr lang="en-US" smtClean="0"/>
              <a:t>‹#›</a:t>
            </a:fld>
            <a:endParaRPr lang="en-US"/>
          </a:p>
        </p:txBody>
      </p:sp>
    </p:spTree>
    <p:extLst>
      <p:ext uri="{BB962C8B-B14F-4D97-AF65-F5344CB8AC3E}">
        <p14:creationId xmlns:p14="http://schemas.microsoft.com/office/powerpoint/2010/main" val="3698236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1444638-8968-4A74-8D1C-555C17393127}" type="slidenum">
              <a:rPr lang="en-US" smtClean="0"/>
              <a:t>10</a:t>
            </a:fld>
            <a:endParaRPr lang="en-US"/>
          </a:p>
        </p:txBody>
      </p:sp>
    </p:spTree>
    <p:extLst>
      <p:ext uri="{BB962C8B-B14F-4D97-AF65-F5344CB8AC3E}">
        <p14:creationId xmlns:p14="http://schemas.microsoft.com/office/powerpoint/2010/main" val="180666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847D-1CF6-46BA-B46B-48BED0604A28}"/>
              </a:ext>
            </a:extLst>
          </p:cNvPr>
          <p:cNvSpPr>
            <a:spLocks noGrp="1"/>
          </p:cNvSpPr>
          <p:nvPr>
            <p:ph type="ctrTitle"/>
          </p:nvPr>
        </p:nvSpPr>
        <p:spPr>
          <a:xfrm>
            <a:off x="1524000" y="1122363"/>
            <a:ext cx="9144000" cy="2387600"/>
          </a:xfrm>
        </p:spPr>
        <p:txBody>
          <a:bodyPr anchor="b"/>
          <a:lstStyle>
            <a:lvl1pPr algn="ctr">
              <a:defRPr sz="6000" b="1" cap="all" spc="1500" baseline="0">
                <a:latin typeface="+mj-lt"/>
                <a:ea typeface="Source Sans Pro SemiBold" panose="020B0603030403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7FB4F5A5-C931-4A4C-B6B1-EF4C95965BFF}"/>
              </a:ext>
            </a:extLst>
          </p:cNvPr>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7" name="Graphic 185">
            <a:extLst>
              <a:ext uri="{FF2B5EF4-FFF2-40B4-BE49-F238E27FC236}">
                <a16:creationId xmlns:a16="http://schemas.microsoft.com/office/drawing/2014/main" id="{8A351602-3772-4279-B0D3-A523F6F6EAB3}"/>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A5AAAA75-5FFB-4C07-AD4A-3146773E6C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479895E-3847-44BB-8404-28F14219FB7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0E02F68-8149-4236-8D9F-6B550F78B93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56FCAAB-F073-4561-A484-42C7DD10DC26}"/>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CF8DB94-87A3-43E9-9BBB-301CFF0FB05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35DE4AEC-B6E4-439C-B716-EBE3D4D1DC76}"/>
              </a:ext>
            </a:extLst>
          </p:cNvPr>
          <p:cNvSpPr>
            <a:spLocks noGrp="1"/>
          </p:cNvSpPr>
          <p:nvPr>
            <p:ph type="dt" sz="half" idx="10"/>
          </p:nvPr>
        </p:nvSpPr>
        <p:spPr/>
        <p:txBody>
          <a:bodyPr/>
          <a:lstStyle/>
          <a:p>
            <a:fld id="{97BFF81C-1FCB-4DBA-8044-F1A0FCFD45A6}" type="datetime1">
              <a:rPr lang="en-US" smtClean="0"/>
              <a:t>1/15/2024</a:t>
            </a:fld>
            <a:endParaRPr lang="en-US"/>
          </a:p>
        </p:txBody>
      </p:sp>
      <p:sp>
        <p:nvSpPr>
          <p:cNvPr id="5" name="Footer Placeholder 4">
            <a:extLst>
              <a:ext uri="{FF2B5EF4-FFF2-40B4-BE49-F238E27FC236}">
                <a16:creationId xmlns:a16="http://schemas.microsoft.com/office/drawing/2014/main" id="{F478BC18-102E-45BF-8FEA-801E9C59D143}"/>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FAA8BF5F-B1F8-461F-9B3D-7D50D02423E7}"/>
              </a:ext>
            </a:extLst>
          </p:cNvPr>
          <p:cNvSpPr>
            <a:spLocks noGrp="1"/>
          </p:cNvSpPr>
          <p:nvPr>
            <p:ph type="sldNum" sz="quarter" idx="12"/>
          </p:nvPr>
        </p:nvSpPr>
        <p:spPr/>
        <p:txBody>
          <a:bodyPr/>
          <a:lstStyle/>
          <a:p>
            <a:fld id="{F3450C42-9A0B-4425-92C2-70FCF7C45734}" type="slidenum">
              <a:rPr lang="en-US" smtClean="0"/>
              <a:t>‹#›</a:t>
            </a:fld>
            <a:endParaRPr lang="en-US"/>
          </a:p>
        </p:txBody>
      </p:sp>
      <p:sp>
        <p:nvSpPr>
          <p:cNvPr id="14" name="Oval 13">
            <a:extLst>
              <a:ext uri="{FF2B5EF4-FFF2-40B4-BE49-F238E27FC236}">
                <a16:creationId xmlns:a16="http://schemas.microsoft.com/office/drawing/2014/main" id="{7D6BF779-0B8C-4CC2-9268-9506AD0C5331}"/>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974606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8500-1605-41EA-A15F-9B79DF7E40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B14AC8-25A5-4D7F-BF23-CB20AA2ECF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8" name="Graphic 185">
            <a:extLst>
              <a:ext uri="{FF2B5EF4-FFF2-40B4-BE49-F238E27FC236}">
                <a16:creationId xmlns:a16="http://schemas.microsoft.com/office/drawing/2014/main" id="{8997F1B7-1EE7-4EA5-A5A4-866F9A810C9F}"/>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5E13483-2FB6-4753-8402-06FDC3498E0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8F0DF22-F640-4002-B783-DF1C6A9473F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C2787B8-7984-4332-B611-D3D3DE898FE0}"/>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AF3646C-B3D7-4F57-8FD2-CD93CEB3921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65FA7DA-93A0-43A4-834C-0F1BB9806A8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21995D22-0146-4DE2-9E78-4C00333D499A}"/>
              </a:ext>
            </a:extLst>
          </p:cNvPr>
          <p:cNvSpPr>
            <a:spLocks noGrp="1"/>
          </p:cNvSpPr>
          <p:nvPr>
            <p:ph type="dt" sz="half" idx="10"/>
          </p:nvPr>
        </p:nvSpPr>
        <p:spPr/>
        <p:txBody>
          <a:bodyPr/>
          <a:lstStyle/>
          <a:p>
            <a:fld id="{5A87773D-8987-489A-A650-3D6F7D5C7C38}" type="datetime1">
              <a:rPr lang="en-US" smtClean="0"/>
              <a:t>1/15/2024</a:t>
            </a:fld>
            <a:endParaRPr lang="en-US"/>
          </a:p>
        </p:txBody>
      </p:sp>
      <p:sp>
        <p:nvSpPr>
          <p:cNvPr id="5" name="Footer Placeholder 4">
            <a:extLst>
              <a:ext uri="{FF2B5EF4-FFF2-40B4-BE49-F238E27FC236}">
                <a16:creationId xmlns:a16="http://schemas.microsoft.com/office/drawing/2014/main" id="{6459717A-A1FE-485D-AFFF-2C7026C710AA}"/>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76DB88B-64CF-4100-8F07-D191DD7939F9}"/>
              </a:ext>
            </a:extLst>
          </p:cNvPr>
          <p:cNvSpPr>
            <a:spLocks noGrp="1"/>
          </p:cNvSpPr>
          <p:nvPr>
            <p:ph type="sldNum" sz="quarter" idx="12"/>
          </p:nvPr>
        </p:nvSpPr>
        <p:spPr/>
        <p:txBody>
          <a:bodyPr/>
          <a:lstStyle/>
          <a:p>
            <a:fld id="{F3450C42-9A0B-4425-92C2-70FCF7C45734}" type="slidenum">
              <a:rPr lang="en-US" smtClean="0"/>
              <a:t>‹#›</a:t>
            </a:fld>
            <a:endParaRPr lang="en-US"/>
          </a:p>
        </p:txBody>
      </p:sp>
      <p:sp>
        <p:nvSpPr>
          <p:cNvPr id="14" name="Oval 13">
            <a:extLst>
              <a:ext uri="{FF2B5EF4-FFF2-40B4-BE49-F238E27FC236}">
                <a16:creationId xmlns:a16="http://schemas.microsoft.com/office/drawing/2014/main" id="{104332FF-8349-42A5-B5C8-5EE3825CE25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648986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E6C-EBF1-47DE-8468-E7125172B7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104992-D139-48DC-BCCE-D71EA23CA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aphic 185">
            <a:extLst>
              <a:ext uri="{FF2B5EF4-FFF2-40B4-BE49-F238E27FC236}">
                <a16:creationId xmlns:a16="http://schemas.microsoft.com/office/drawing/2014/main" id="{A8C5E768-0E62-4DE7-A0AF-93121DA843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6402845F-9E8A-41E1-B051-1AAA46C997A2}"/>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A45C410-5FD0-4339-A3BC-A865DE4190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7B0B703-8BA8-483C-A433-C44C809687D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CCFA03D-B879-419B-88B9-F4F3645C8AF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B0260A-6B2D-4F54-8614-60BC3103E166}"/>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751AB8F6-0796-47E9-B1D4-760B7CCFC75D}"/>
              </a:ext>
            </a:extLst>
          </p:cNvPr>
          <p:cNvSpPr>
            <a:spLocks noGrp="1"/>
          </p:cNvSpPr>
          <p:nvPr>
            <p:ph type="dt" sz="half" idx="10"/>
          </p:nvPr>
        </p:nvSpPr>
        <p:spPr/>
        <p:txBody>
          <a:bodyPr/>
          <a:lstStyle/>
          <a:p>
            <a:fld id="{97E150C1-1D78-4D80-810D-E9E86F6E88AB}" type="datetime1">
              <a:rPr lang="en-US" smtClean="0"/>
              <a:t>1/15/2024</a:t>
            </a:fld>
            <a:endParaRPr lang="en-US"/>
          </a:p>
        </p:txBody>
      </p:sp>
      <p:sp>
        <p:nvSpPr>
          <p:cNvPr id="5" name="Footer Placeholder 4">
            <a:extLst>
              <a:ext uri="{FF2B5EF4-FFF2-40B4-BE49-F238E27FC236}">
                <a16:creationId xmlns:a16="http://schemas.microsoft.com/office/drawing/2014/main" id="{37886FC0-7327-44D9-B689-0AE73FD25596}"/>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219D265-BFBA-4C93-9B1A-B9483AE6BF32}"/>
              </a:ext>
            </a:extLst>
          </p:cNvPr>
          <p:cNvSpPr>
            <a:spLocks noGrp="1"/>
          </p:cNvSpPr>
          <p:nvPr>
            <p:ph type="sldNum" sz="quarter" idx="12"/>
          </p:nvPr>
        </p:nvSpPr>
        <p:spPr/>
        <p:txBody>
          <a:bodyPr/>
          <a:lstStyle/>
          <a:p>
            <a:fld id="{F3450C42-9A0B-4425-92C2-70FCF7C45734}" type="slidenum">
              <a:rPr lang="en-US" smtClean="0"/>
              <a:t>‹#›</a:t>
            </a:fld>
            <a:endParaRPr lang="en-US"/>
          </a:p>
        </p:txBody>
      </p:sp>
      <p:sp>
        <p:nvSpPr>
          <p:cNvPr id="14" name="Oval 13">
            <a:extLst>
              <a:ext uri="{FF2B5EF4-FFF2-40B4-BE49-F238E27FC236}">
                <a16:creationId xmlns:a16="http://schemas.microsoft.com/office/drawing/2014/main" id="{464F5FEB-DE92-47DA-8C46-DC088E8960A4}"/>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58877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37BE-B22F-40EE-94F0-04549BC562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A71582-4BAF-4211-AD4A-476ED6EB11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9DCF6B-C800-4345-BAE9-EE9FA65903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8" name="Graphic 185">
            <a:extLst>
              <a:ext uri="{FF2B5EF4-FFF2-40B4-BE49-F238E27FC236}">
                <a16:creationId xmlns:a16="http://schemas.microsoft.com/office/drawing/2014/main" id="{E6190A1E-5381-43C4-B058-7758339984D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F7E35469-0BEA-4E5E-955F-1AA300A62DE5}"/>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8F650BE-565E-4A52-8143-7A87700FC5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6A3F89-AA2A-44E5-915E-C47A069EB68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C57F514-AB27-4489-8D3C-01DD1025DDA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141169F-1C39-4D04-AF32-D0D14D004B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93087465-759F-4895-8FC6-DD464FB918CA}"/>
              </a:ext>
            </a:extLst>
          </p:cNvPr>
          <p:cNvSpPr>
            <a:spLocks noGrp="1"/>
          </p:cNvSpPr>
          <p:nvPr>
            <p:ph type="dt" sz="half" idx="10"/>
          </p:nvPr>
        </p:nvSpPr>
        <p:spPr/>
        <p:txBody>
          <a:bodyPr/>
          <a:lstStyle/>
          <a:p>
            <a:fld id="{29E9CBD8-1588-4B6B-B74D-87480DDE94C0}" type="datetime1">
              <a:rPr lang="en-US" smtClean="0"/>
              <a:t>1/15/2024</a:t>
            </a:fld>
            <a:endParaRPr lang="en-US"/>
          </a:p>
        </p:txBody>
      </p:sp>
      <p:sp>
        <p:nvSpPr>
          <p:cNvPr id="6" name="Footer Placeholder 5">
            <a:extLst>
              <a:ext uri="{FF2B5EF4-FFF2-40B4-BE49-F238E27FC236}">
                <a16:creationId xmlns:a16="http://schemas.microsoft.com/office/drawing/2014/main" id="{92F1AA18-D8A5-44D9-881C-522258ED54D7}"/>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1C1BA574-A76A-4F4C-8CBD-768278B66E72}"/>
              </a:ext>
            </a:extLst>
          </p:cNvPr>
          <p:cNvSpPr>
            <a:spLocks noGrp="1"/>
          </p:cNvSpPr>
          <p:nvPr>
            <p:ph type="sldNum" sz="quarter" idx="12"/>
          </p:nvPr>
        </p:nvSpPr>
        <p:spPr/>
        <p:txBody>
          <a:bodyPr/>
          <a:lstStyle/>
          <a:p>
            <a:fld id="{F3450C42-9A0B-4425-92C2-70FCF7C45734}" type="slidenum">
              <a:rPr lang="en-US" smtClean="0"/>
              <a:t>‹#›</a:t>
            </a:fld>
            <a:endParaRPr lang="en-US"/>
          </a:p>
        </p:txBody>
      </p:sp>
      <p:sp>
        <p:nvSpPr>
          <p:cNvPr id="15" name="Oval 14">
            <a:extLst>
              <a:ext uri="{FF2B5EF4-FFF2-40B4-BE49-F238E27FC236}">
                <a16:creationId xmlns:a16="http://schemas.microsoft.com/office/drawing/2014/main" id="{2793E083-ADC4-4391-83DD-781529A6611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927510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666-D6BE-4FA8-9CF1-F15FD58B0C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CE4B4A-DE64-4563-83CD-C40B1D681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DA0314-0202-4E6D-8352-C28376A9C0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B56083-87B4-4603-B6FF-A9EB68E3E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3708CF-F028-4917-A9CB-59BF5248A2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0" name="Graphic 185">
            <a:extLst>
              <a:ext uri="{FF2B5EF4-FFF2-40B4-BE49-F238E27FC236}">
                <a16:creationId xmlns:a16="http://schemas.microsoft.com/office/drawing/2014/main" id="{81B934BF-E239-47E1-93E9-EA3182162D21}"/>
              </a:ext>
            </a:extLst>
          </p:cNvPr>
          <p:cNvGrpSpPr/>
          <p:nvPr/>
        </p:nvGrpSpPr>
        <p:grpSpPr>
          <a:xfrm>
            <a:off x="10999563" y="5987064"/>
            <a:ext cx="1054467" cy="469689"/>
            <a:chOff x="9841624" y="4115729"/>
            <a:chExt cx="602170" cy="268223"/>
          </a:xfrm>
          <a:solidFill>
            <a:schemeClr val="tx1"/>
          </a:solidFill>
        </p:grpSpPr>
        <p:sp>
          <p:nvSpPr>
            <p:cNvPr id="11" name="Freeform: Shape 10">
              <a:extLst>
                <a:ext uri="{FF2B5EF4-FFF2-40B4-BE49-F238E27FC236}">
                  <a16:creationId xmlns:a16="http://schemas.microsoft.com/office/drawing/2014/main" id="{C3BBF177-5044-426A-93ED-64BDC84BF18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4270648-77F5-4D28-B691-DA57AA28FD73}"/>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086B770-2F70-4B7B-9525-286BBD63AD7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DDC14D-7AE3-41CD-ADFC-A3601D4F9DF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2181834-8401-4B66-85EE-1CBF57807DA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7" name="Date Placeholder 6">
            <a:extLst>
              <a:ext uri="{FF2B5EF4-FFF2-40B4-BE49-F238E27FC236}">
                <a16:creationId xmlns:a16="http://schemas.microsoft.com/office/drawing/2014/main" id="{A433C091-3B62-4087-9A97-63BBE28CFF17}"/>
              </a:ext>
            </a:extLst>
          </p:cNvPr>
          <p:cNvSpPr>
            <a:spLocks noGrp="1"/>
          </p:cNvSpPr>
          <p:nvPr>
            <p:ph type="dt" sz="half" idx="10"/>
          </p:nvPr>
        </p:nvSpPr>
        <p:spPr/>
        <p:txBody>
          <a:bodyPr/>
          <a:lstStyle/>
          <a:p>
            <a:fld id="{AD794440-721C-4D75-BD4F-4CFB3D51CDCA}" type="datetime1">
              <a:rPr lang="en-US" smtClean="0"/>
              <a:t>1/15/2024</a:t>
            </a:fld>
            <a:endParaRPr lang="en-US"/>
          </a:p>
        </p:txBody>
      </p:sp>
      <p:sp>
        <p:nvSpPr>
          <p:cNvPr id="8" name="Footer Placeholder 7">
            <a:extLst>
              <a:ext uri="{FF2B5EF4-FFF2-40B4-BE49-F238E27FC236}">
                <a16:creationId xmlns:a16="http://schemas.microsoft.com/office/drawing/2014/main" id="{870710C3-2723-4847-BCAF-96D9FAE50555}"/>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96618B2C-95AC-4438-97FD-07ACF297B8FE}"/>
              </a:ext>
            </a:extLst>
          </p:cNvPr>
          <p:cNvSpPr>
            <a:spLocks noGrp="1"/>
          </p:cNvSpPr>
          <p:nvPr>
            <p:ph type="sldNum" sz="quarter" idx="12"/>
          </p:nvPr>
        </p:nvSpPr>
        <p:spPr/>
        <p:txBody>
          <a:bodyPr/>
          <a:lstStyle/>
          <a:p>
            <a:fld id="{F3450C42-9A0B-4425-92C2-70FCF7C45734}" type="slidenum">
              <a:rPr lang="en-US" smtClean="0"/>
              <a:t>‹#›</a:t>
            </a:fld>
            <a:endParaRPr lang="en-US"/>
          </a:p>
        </p:txBody>
      </p:sp>
      <p:sp>
        <p:nvSpPr>
          <p:cNvPr id="17" name="Oval 16">
            <a:extLst>
              <a:ext uri="{FF2B5EF4-FFF2-40B4-BE49-F238E27FC236}">
                <a16:creationId xmlns:a16="http://schemas.microsoft.com/office/drawing/2014/main" id="{D6B0F5A7-6E8A-4BCD-8F1F-233ECD21B26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756789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F7F-748D-4598-983E-96A2BE26930A}"/>
              </a:ext>
            </a:extLst>
          </p:cNvPr>
          <p:cNvSpPr>
            <a:spLocks noGrp="1"/>
          </p:cNvSpPr>
          <p:nvPr>
            <p:ph type="title"/>
          </p:nvPr>
        </p:nvSpPr>
        <p:spPr/>
        <p:txBody>
          <a:bodyPr/>
          <a:lstStyle/>
          <a:p>
            <a:r>
              <a:rPr lang="en-US"/>
              <a:t>Click to edit Master title style</a:t>
            </a:r>
          </a:p>
        </p:txBody>
      </p:sp>
      <p:grpSp>
        <p:nvGrpSpPr>
          <p:cNvPr id="6" name="Graphic 185">
            <a:extLst>
              <a:ext uri="{FF2B5EF4-FFF2-40B4-BE49-F238E27FC236}">
                <a16:creationId xmlns:a16="http://schemas.microsoft.com/office/drawing/2014/main" id="{DFD4D3BE-80D4-4E69-9C76-F0D8517DF690}"/>
              </a:ext>
            </a:extLst>
          </p:cNvPr>
          <p:cNvGrpSpPr/>
          <p:nvPr/>
        </p:nvGrpSpPr>
        <p:grpSpPr>
          <a:xfrm>
            <a:off x="10999563" y="5987064"/>
            <a:ext cx="1054467" cy="469689"/>
            <a:chOff x="9841624" y="4115729"/>
            <a:chExt cx="602170" cy="268223"/>
          </a:xfrm>
          <a:solidFill>
            <a:schemeClr val="tx1"/>
          </a:solidFill>
        </p:grpSpPr>
        <p:sp>
          <p:nvSpPr>
            <p:cNvPr id="7" name="Freeform: Shape 6">
              <a:extLst>
                <a:ext uri="{FF2B5EF4-FFF2-40B4-BE49-F238E27FC236}">
                  <a16:creationId xmlns:a16="http://schemas.microsoft.com/office/drawing/2014/main" id="{A0B6E97F-00E1-4372-8978-8BCBDC9026E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C7651B7-7A30-4AFA-A4D7-0B0C5D2DDA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D2FC5CA-556B-4409-B084-34753A1F04E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E63FB41-EE1F-4889-9096-3A38936330D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DD19F3B-7B3E-4861-8FDA-D0116C96C16E}"/>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 name="Date Placeholder 2">
            <a:extLst>
              <a:ext uri="{FF2B5EF4-FFF2-40B4-BE49-F238E27FC236}">
                <a16:creationId xmlns:a16="http://schemas.microsoft.com/office/drawing/2014/main" id="{410A2C46-C908-4010-AAE2-9FA41B145C4D}"/>
              </a:ext>
            </a:extLst>
          </p:cNvPr>
          <p:cNvSpPr>
            <a:spLocks noGrp="1"/>
          </p:cNvSpPr>
          <p:nvPr>
            <p:ph type="dt" sz="half" idx="10"/>
          </p:nvPr>
        </p:nvSpPr>
        <p:spPr/>
        <p:txBody>
          <a:bodyPr/>
          <a:lstStyle/>
          <a:p>
            <a:fld id="{B2701A64-483B-4532-94FB-D8F90CB6DEE0}" type="datetime1">
              <a:rPr lang="en-US" smtClean="0"/>
              <a:t>1/15/2024</a:t>
            </a:fld>
            <a:endParaRPr lang="en-US"/>
          </a:p>
        </p:txBody>
      </p:sp>
      <p:sp>
        <p:nvSpPr>
          <p:cNvPr id="4" name="Footer Placeholder 3">
            <a:extLst>
              <a:ext uri="{FF2B5EF4-FFF2-40B4-BE49-F238E27FC236}">
                <a16:creationId xmlns:a16="http://schemas.microsoft.com/office/drawing/2014/main" id="{C7CF5279-7D37-4D98-9A70-987C84F62C2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2896FAD0-59EF-49AA-BBC6-A0EC184DD2C9}"/>
              </a:ext>
            </a:extLst>
          </p:cNvPr>
          <p:cNvSpPr>
            <a:spLocks noGrp="1"/>
          </p:cNvSpPr>
          <p:nvPr>
            <p:ph type="sldNum" sz="quarter" idx="12"/>
          </p:nvPr>
        </p:nvSpPr>
        <p:spPr/>
        <p:txBody>
          <a:bodyPr/>
          <a:lstStyle/>
          <a:p>
            <a:fld id="{F3450C42-9A0B-4425-92C2-70FCF7C45734}" type="slidenum">
              <a:rPr lang="en-US" smtClean="0"/>
              <a:t>‹#›</a:t>
            </a:fld>
            <a:endParaRPr lang="en-US"/>
          </a:p>
        </p:txBody>
      </p:sp>
      <p:sp>
        <p:nvSpPr>
          <p:cNvPr id="13" name="Oval 12">
            <a:extLst>
              <a:ext uri="{FF2B5EF4-FFF2-40B4-BE49-F238E27FC236}">
                <a16:creationId xmlns:a16="http://schemas.microsoft.com/office/drawing/2014/main" id="{876EB399-18D2-46D5-8757-35FCFF8EA80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863619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aphic 185">
            <a:extLst>
              <a:ext uri="{FF2B5EF4-FFF2-40B4-BE49-F238E27FC236}">
                <a16:creationId xmlns:a16="http://schemas.microsoft.com/office/drawing/2014/main" id="{773CCE17-EE0F-40E0-B7AE-CF7677B64709}"/>
              </a:ext>
            </a:extLst>
          </p:cNvPr>
          <p:cNvGrpSpPr/>
          <p:nvPr/>
        </p:nvGrpSpPr>
        <p:grpSpPr>
          <a:xfrm>
            <a:off x="10999563" y="5987064"/>
            <a:ext cx="1054467" cy="469689"/>
            <a:chOff x="9841624" y="4115729"/>
            <a:chExt cx="602170" cy="268223"/>
          </a:xfrm>
          <a:solidFill>
            <a:schemeClr val="tx1"/>
          </a:solidFill>
        </p:grpSpPr>
        <p:sp>
          <p:nvSpPr>
            <p:cNvPr id="6" name="Freeform: Shape 5">
              <a:extLst>
                <a:ext uri="{FF2B5EF4-FFF2-40B4-BE49-F238E27FC236}">
                  <a16:creationId xmlns:a16="http://schemas.microsoft.com/office/drawing/2014/main" id="{B0AC6C4E-6EA5-454A-AB84-8B94D8B585EC}"/>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B4329338-925B-4677-BA6E-4357D37DB54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334C0A08-043F-4818-BA1D-BCC9F811A87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B185DD-ED0D-4633-8098-95C4A6F177C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AD50526-B611-40B6-BB45-AE82F0EF599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Date Placeholder 1">
            <a:extLst>
              <a:ext uri="{FF2B5EF4-FFF2-40B4-BE49-F238E27FC236}">
                <a16:creationId xmlns:a16="http://schemas.microsoft.com/office/drawing/2014/main" id="{0708C302-4224-4668-8CAC-3267172A0C93}"/>
              </a:ext>
            </a:extLst>
          </p:cNvPr>
          <p:cNvSpPr>
            <a:spLocks noGrp="1"/>
          </p:cNvSpPr>
          <p:nvPr>
            <p:ph type="dt" sz="half" idx="10"/>
          </p:nvPr>
        </p:nvSpPr>
        <p:spPr/>
        <p:txBody>
          <a:bodyPr/>
          <a:lstStyle/>
          <a:p>
            <a:fld id="{6F18FB39-20FB-4E2E-B861-45B709B9C3C5}" type="datetime1">
              <a:rPr lang="en-US" smtClean="0"/>
              <a:t>1/15/2024</a:t>
            </a:fld>
            <a:endParaRPr lang="en-US"/>
          </a:p>
        </p:txBody>
      </p:sp>
      <p:sp>
        <p:nvSpPr>
          <p:cNvPr id="3" name="Footer Placeholder 2">
            <a:extLst>
              <a:ext uri="{FF2B5EF4-FFF2-40B4-BE49-F238E27FC236}">
                <a16:creationId xmlns:a16="http://schemas.microsoft.com/office/drawing/2014/main" id="{F0C8FC22-AEB6-4BAF-BF93-41A2C757CCC7}"/>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252CA88A-5462-4F17-AFA0-52721ADDBB8F}"/>
              </a:ext>
            </a:extLst>
          </p:cNvPr>
          <p:cNvSpPr>
            <a:spLocks noGrp="1"/>
          </p:cNvSpPr>
          <p:nvPr>
            <p:ph type="sldNum" sz="quarter" idx="12"/>
          </p:nvPr>
        </p:nvSpPr>
        <p:spPr/>
        <p:txBody>
          <a:bodyPr/>
          <a:lstStyle/>
          <a:p>
            <a:fld id="{F3450C42-9A0B-4425-92C2-70FCF7C45734}" type="slidenum">
              <a:rPr lang="en-US" smtClean="0"/>
              <a:t>‹#›</a:t>
            </a:fld>
            <a:endParaRPr lang="en-US"/>
          </a:p>
        </p:txBody>
      </p:sp>
      <p:sp>
        <p:nvSpPr>
          <p:cNvPr id="12" name="Oval 11">
            <a:extLst>
              <a:ext uri="{FF2B5EF4-FFF2-40B4-BE49-F238E27FC236}">
                <a16:creationId xmlns:a16="http://schemas.microsoft.com/office/drawing/2014/main" id="{70CCC791-94D7-4BB8-9EDF-423CEA1F6215}"/>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817554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AC37-C5B5-462A-BE4A-E55CEBF2A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4B007F-32A8-4688-BBEF-4FCB99DF5E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F2E2EB-BF8A-44A4-8AE0-BD6C31B1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aphic 185">
            <a:extLst>
              <a:ext uri="{FF2B5EF4-FFF2-40B4-BE49-F238E27FC236}">
                <a16:creationId xmlns:a16="http://schemas.microsoft.com/office/drawing/2014/main" id="{FC9E188F-54C8-4547-9F8C-525712AD7DB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99C4538-3939-47A9-A590-09FF2196065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541CA75-5D05-4996-A26D-CE0C909CD5F7}"/>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6305856-26BC-4BCC-BEF3-5E9CED94177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69651C-AC37-4CD2-8367-19297D7E2389}"/>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3E9031B-BA8D-4D9D-9BB3-A16F7A80F85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269840A2-CF60-4C47-B955-E65BC451FE73}"/>
              </a:ext>
            </a:extLst>
          </p:cNvPr>
          <p:cNvSpPr>
            <a:spLocks noGrp="1"/>
          </p:cNvSpPr>
          <p:nvPr>
            <p:ph type="dt" sz="half" idx="10"/>
          </p:nvPr>
        </p:nvSpPr>
        <p:spPr/>
        <p:txBody>
          <a:bodyPr/>
          <a:lstStyle/>
          <a:p>
            <a:fld id="{AC48AC19-8BD6-476C-9770-8884373BCF00}" type="datetime1">
              <a:rPr lang="en-US" smtClean="0"/>
              <a:t>1/15/2024</a:t>
            </a:fld>
            <a:endParaRPr lang="en-US"/>
          </a:p>
        </p:txBody>
      </p:sp>
      <p:sp>
        <p:nvSpPr>
          <p:cNvPr id="6" name="Footer Placeholder 5">
            <a:extLst>
              <a:ext uri="{FF2B5EF4-FFF2-40B4-BE49-F238E27FC236}">
                <a16:creationId xmlns:a16="http://schemas.microsoft.com/office/drawing/2014/main" id="{3179DC6E-CC55-47AB-A405-5FB7EE2D191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6D5D5E7D-EBA7-4DB0-8C78-7EB8A85FA4FF}"/>
              </a:ext>
            </a:extLst>
          </p:cNvPr>
          <p:cNvSpPr>
            <a:spLocks noGrp="1"/>
          </p:cNvSpPr>
          <p:nvPr>
            <p:ph type="sldNum" sz="quarter" idx="12"/>
          </p:nvPr>
        </p:nvSpPr>
        <p:spPr/>
        <p:txBody>
          <a:bodyPr/>
          <a:lstStyle/>
          <a:p>
            <a:fld id="{F3450C42-9A0B-4425-92C2-70FCF7C45734}" type="slidenum">
              <a:rPr lang="en-US" smtClean="0"/>
              <a:t>‹#›</a:t>
            </a:fld>
            <a:endParaRPr lang="en-US"/>
          </a:p>
        </p:txBody>
      </p:sp>
      <p:sp>
        <p:nvSpPr>
          <p:cNvPr id="15" name="Oval 14">
            <a:extLst>
              <a:ext uri="{FF2B5EF4-FFF2-40B4-BE49-F238E27FC236}">
                <a16:creationId xmlns:a16="http://schemas.microsoft.com/office/drawing/2014/main" id="{C5B051DE-636E-4B3C-9886-2055CE23E49A}"/>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378838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D355-3146-41D1-B7DC-20B8ACE390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D4AAFB-E8F8-4FD1-8C6A-ED2C3FAD5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051AF1-B16F-43B9-95CC-C17B570DE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aphic 185">
            <a:extLst>
              <a:ext uri="{FF2B5EF4-FFF2-40B4-BE49-F238E27FC236}">
                <a16:creationId xmlns:a16="http://schemas.microsoft.com/office/drawing/2014/main" id="{C8B77273-9FF7-4B93-8385-AD09A5F86AE5}"/>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3117A673-3729-4EAD-9E8C-52BEBF74B85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E8DB752-94CD-4A94-BDE3-DD285EB89F3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F8DDFC-E5CA-4F36-B2BE-BCE49D4F6C9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BB589AE-2F9C-4C83-8DC7-1205CB03752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AC9A2DE-3C9E-4CD0-8C7A-CC5F9F9942E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D68C8714-2467-4715-934E-6787C84F7929}"/>
              </a:ext>
            </a:extLst>
          </p:cNvPr>
          <p:cNvSpPr>
            <a:spLocks noGrp="1"/>
          </p:cNvSpPr>
          <p:nvPr>
            <p:ph type="dt" sz="half" idx="10"/>
          </p:nvPr>
        </p:nvSpPr>
        <p:spPr/>
        <p:txBody>
          <a:bodyPr/>
          <a:lstStyle/>
          <a:p>
            <a:fld id="{F3F68C53-8AD1-4F09-9486-FB3406B99CFA}" type="datetime1">
              <a:rPr lang="en-US" smtClean="0"/>
              <a:t>1/15/2024</a:t>
            </a:fld>
            <a:endParaRPr lang="en-US"/>
          </a:p>
        </p:txBody>
      </p:sp>
      <p:sp>
        <p:nvSpPr>
          <p:cNvPr id="6" name="Footer Placeholder 5">
            <a:extLst>
              <a:ext uri="{FF2B5EF4-FFF2-40B4-BE49-F238E27FC236}">
                <a16:creationId xmlns:a16="http://schemas.microsoft.com/office/drawing/2014/main" id="{A46F13D6-03EC-4D31-8BB1-9FFDE3633C2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C65D4DD-A2A4-4DF6-9527-E5F12FEB936C}"/>
              </a:ext>
            </a:extLst>
          </p:cNvPr>
          <p:cNvSpPr>
            <a:spLocks noGrp="1"/>
          </p:cNvSpPr>
          <p:nvPr>
            <p:ph type="sldNum" sz="quarter" idx="12"/>
          </p:nvPr>
        </p:nvSpPr>
        <p:spPr/>
        <p:txBody>
          <a:bodyPr/>
          <a:lstStyle/>
          <a:p>
            <a:fld id="{F3450C42-9A0B-4425-92C2-70FCF7C45734}" type="slidenum">
              <a:rPr lang="en-US" smtClean="0"/>
              <a:t>‹#›</a:t>
            </a:fld>
            <a:endParaRPr lang="en-US"/>
          </a:p>
        </p:txBody>
      </p:sp>
      <p:sp>
        <p:nvSpPr>
          <p:cNvPr id="15" name="Oval 14">
            <a:extLst>
              <a:ext uri="{FF2B5EF4-FFF2-40B4-BE49-F238E27FC236}">
                <a16:creationId xmlns:a16="http://schemas.microsoft.com/office/drawing/2014/main" id="{FD202F3A-9FDE-4E11-B865-FBAEC415F88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146176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A871-D377-4EC0-9ACF-86842F01E1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D53202-92A9-45A3-B812-777DB9578B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aphic 185">
            <a:extLst>
              <a:ext uri="{FF2B5EF4-FFF2-40B4-BE49-F238E27FC236}">
                <a16:creationId xmlns:a16="http://schemas.microsoft.com/office/drawing/2014/main" id="{7196FB0C-3A9D-4892-90C9-21F3459AAD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16938C96-CF0F-4B69-A695-913F11BFC6F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3CA7E6BB-6B60-4BF5-9D3E-A3FE782EF5B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F693EDA-57B3-4AEB-863B-B198C2A5A8E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3A04A96-045F-4B6E-AEEE-11A2FA01B4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B357DC-5AD3-44F4-879B-5AD6B18AC36F}"/>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A2CA47F-83AD-4BE3-AC2F-6C17883F78C7}"/>
              </a:ext>
            </a:extLst>
          </p:cNvPr>
          <p:cNvSpPr>
            <a:spLocks noGrp="1"/>
          </p:cNvSpPr>
          <p:nvPr>
            <p:ph type="dt" sz="half" idx="10"/>
          </p:nvPr>
        </p:nvSpPr>
        <p:spPr/>
        <p:txBody>
          <a:bodyPr/>
          <a:lstStyle/>
          <a:p>
            <a:fld id="{FB9092B3-2D87-4CDF-B84B-C46E5F5D31F7}" type="datetime1">
              <a:rPr lang="en-US" smtClean="0"/>
              <a:t>1/15/2024</a:t>
            </a:fld>
            <a:endParaRPr lang="en-US"/>
          </a:p>
        </p:txBody>
      </p:sp>
      <p:sp>
        <p:nvSpPr>
          <p:cNvPr id="5" name="Footer Placeholder 4">
            <a:extLst>
              <a:ext uri="{FF2B5EF4-FFF2-40B4-BE49-F238E27FC236}">
                <a16:creationId xmlns:a16="http://schemas.microsoft.com/office/drawing/2014/main" id="{21118A72-3200-4597-A9C5-0D9ECFF3E8C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D70055A-71D4-49B4-8A8F-19AFDB84E958}"/>
              </a:ext>
            </a:extLst>
          </p:cNvPr>
          <p:cNvSpPr>
            <a:spLocks noGrp="1"/>
          </p:cNvSpPr>
          <p:nvPr>
            <p:ph type="sldNum" sz="quarter" idx="12"/>
          </p:nvPr>
        </p:nvSpPr>
        <p:spPr/>
        <p:txBody>
          <a:bodyPr/>
          <a:lstStyle/>
          <a:p>
            <a:fld id="{F3450C42-9A0B-4425-92C2-70FCF7C45734}" type="slidenum">
              <a:rPr lang="en-US" smtClean="0"/>
              <a:t>‹#›</a:t>
            </a:fld>
            <a:endParaRPr lang="en-US"/>
          </a:p>
        </p:txBody>
      </p:sp>
      <p:sp>
        <p:nvSpPr>
          <p:cNvPr id="15" name="Oval 14">
            <a:extLst>
              <a:ext uri="{FF2B5EF4-FFF2-40B4-BE49-F238E27FC236}">
                <a16:creationId xmlns:a16="http://schemas.microsoft.com/office/drawing/2014/main" id="{0B0E5D27-C447-432F-982D-B60FDD6F34A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279232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59DBB-9256-464D-8A6A-8BDA71541D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25E310-E6CB-4838-8E9B-B288DA5527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aphic 185">
            <a:extLst>
              <a:ext uri="{FF2B5EF4-FFF2-40B4-BE49-F238E27FC236}">
                <a16:creationId xmlns:a16="http://schemas.microsoft.com/office/drawing/2014/main" id="{BCF412A8-E798-47AD-ABD9-98D76A55D30B}"/>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E70160C5-475D-401A-AEE2-2C04E99A1518}"/>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7CC7CE9-9C7F-49C2-8609-47BF523390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26FD5F1-978C-45AF-9086-D5DBE1F0168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873AB1C-723A-4FB4-9B23-65BAF507483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DE5510-5094-4FA4-96E5-AD4841D1C38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7CE2202-679F-48B0-B2DD-F6F54711224B}"/>
              </a:ext>
            </a:extLst>
          </p:cNvPr>
          <p:cNvSpPr>
            <a:spLocks noGrp="1"/>
          </p:cNvSpPr>
          <p:nvPr>
            <p:ph type="dt" sz="half" idx="10"/>
          </p:nvPr>
        </p:nvSpPr>
        <p:spPr/>
        <p:txBody>
          <a:bodyPr/>
          <a:lstStyle/>
          <a:p>
            <a:fld id="{3D769E57-47B1-47B0-B526-3153E4B1E729}" type="datetime1">
              <a:rPr lang="en-US" smtClean="0"/>
              <a:t>1/15/2024</a:t>
            </a:fld>
            <a:endParaRPr lang="en-US"/>
          </a:p>
        </p:txBody>
      </p:sp>
      <p:sp>
        <p:nvSpPr>
          <p:cNvPr id="5" name="Footer Placeholder 4">
            <a:extLst>
              <a:ext uri="{FF2B5EF4-FFF2-40B4-BE49-F238E27FC236}">
                <a16:creationId xmlns:a16="http://schemas.microsoft.com/office/drawing/2014/main" id="{D07BC83D-E4C0-49E1-ADA1-1AF403984BDA}"/>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1BF211E-B2EA-4CDC-9E84-B6898394921B}"/>
              </a:ext>
            </a:extLst>
          </p:cNvPr>
          <p:cNvSpPr>
            <a:spLocks noGrp="1"/>
          </p:cNvSpPr>
          <p:nvPr>
            <p:ph type="sldNum" sz="quarter" idx="12"/>
          </p:nvPr>
        </p:nvSpPr>
        <p:spPr/>
        <p:txBody>
          <a:bodyPr/>
          <a:lstStyle/>
          <a:p>
            <a:fld id="{F3450C42-9A0B-4425-92C2-70FCF7C45734}" type="slidenum">
              <a:rPr lang="en-US" smtClean="0"/>
              <a:t>‹#›</a:t>
            </a:fld>
            <a:endParaRPr lang="en-US"/>
          </a:p>
        </p:txBody>
      </p:sp>
      <p:sp>
        <p:nvSpPr>
          <p:cNvPr id="14" name="Oval 13">
            <a:extLst>
              <a:ext uri="{FF2B5EF4-FFF2-40B4-BE49-F238E27FC236}">
                <a16:creationId xmlns:a16="http://schemas.microsoft.com/office/drawing/2014/main" id="{1FE2F5FD-5D31-4C1D-82F8-93624C7B0A3C}"/>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320698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BA543EDD-D0D2-447F-B24F-3717AF4B109D}" type="datetime1">
              <a:rPr lang="en-US" smtClean="0"/>
              <a:pPr/>
              <a:t>1/15/2024</a:t>
            </a:fld>
            <a:endParaRPr lang="en-US"/>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a:t>Sample Footer Text</a:t>
            </a:r>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a:p>
        </p:txBody>
      </p:sp>
    </p:spTree>
    <p:extLst>
      <p:ext uri="{BB962C8B-B14F-4D97-AF65-F5344CB8AC3E}">
        <p14:creationId xmlns:p14="http://schemas.microsoft.com/office/powerpoint/2010/main" val="377038898"/>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29" r:id="rId6"/>
    <p:sldLayoutId id="2147483725" r:id="rId7"/>
    <p:sldLayoutId id="2147483726" r:id="rId8"/>
    <p:sldLayoutId id="2147483727" r:id="rId9"/>
    <p:sldLayoutId id="2147483728" r:id="rId10"/>
    <p:sldLayoutId id="214748373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jpe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1.jpe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5.jpe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5" Type="http://schemas.openxmlformats.org/officeDocument/2006/relationships/hyperlink" Target="https://timpurinoipedrumurivechi.netlify.app/" TargetMode="External"/><Relationship Id="rId4" Type="http://schemas.openxmlformats.org/officeDocument/2006/relationships/image" Target="../media/image29.jpeg"/></Relationships>
</file>

<file path=ppt/slides/_rels/slide13.xml.rels><?xml version="1.0" encoding="UTF-8" standalone="yes"?>
<Relationships xmlns="http://schemas.openxmlformats.org/package/2006/relationships"><Relationship Id="rId2" Type="http://schemas.openxmlformats.org/officeDocument/2006/relationships/hyperlink" Target="https://www.mockaroo.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8" name="Rectangle 134">
            <a:extLst>
              <a:ext uri="{FF2B5EF4-FFF2-40B4-BE49-F238E27FC236}">
                <a16:creationId xmlns:a16="http://schemas.microsoft.com/office/drawing/2014/main" id="{8B646C36-EEEC-4D52-8E8E-206F4CD8A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19B2F1-1CE6-471A-82F2-9882D4ABADAF}"/>
              </a:ext>
            </a:extLst>
          </p:cNvPr>
          <p:cNvSpPr>
            <a:spLocks noGrp="1"/>
          </p:cNvSpPr>
          <p:nvPr>
            <p:ph type="ctrTitle"/>
          </p:nvPr>
        </p:nvSpPr>
        <p:spPr>
          <a:xfrm>
            <a:off x="677119" y="810623"/>
            <a:ext cx="4894428" cy="3169656"/>
          </a:xfrm>
        </p:spPr>
        <p:txBody>
          <a:bodyPr anchor="b">
            <a:noAutofit/>
          </a:bodyPr>
          <a:lstStyle/>
          <a:p>
            <a:pPr algn="l"/>
            <a:r>
              <a:rPr lang="en-US" sz="4800" err="1"/>
              <a:t>Timpuri</a:t>
            </a:r>
            <a:r>
              <a:rPr lang="en-US" sz="4800"/>
              <a:t> </a:t>
            </a:r>
            <a:r>
              <a:rPr lang="en-US" sz="4800" err="1"/>
              <a:t>noi</a:t>
            </a:r>
            <a:r>
              <a:rPr lang="en-US" sz="4800"/>
              <a:t> pe </a:t>
            </a:r>
            <a:r>
              <a:rPr lang="en-US" sz="4800" err="1"/>
              <a:t>drumuri</a:t>
            </a:r>
            <a:r>
              <a:rPr lang="en-US" sz="4800"/>
              <a:t> </a:t>
            </a:r>
            <a:r>
              <a:rPr lang="en-US" sz="4800" err="1"/>
              <a:t>vechi</a:t>
            </a:r>
            <a:r>
              <a:rPr lang="en-US" sz="4800"/>
              <a:t> </a:t>
            </a:r>
          </a:p>
        </p:txBody>
      </p:sp>
      <p:sp>
        <p:nvSpPr>
          <p:cNvPr id="3" name="Subtitle 2">
            <a:extLst>
              <a:ext uri="{FF2B5EF4-FFF2-40B4-BE49-F238E27FC236}">
                <a16:creationId xmlns:a16="http://schemas.microsoft.com/office/drawing/2014/main" id="{15DC54A2-5A72-45D4-805B-92816A6C3FDC}"/>
              </a:ext>
            </a:extLst>
          </p:cNvPr>
          <p:cNvSpPr>
            <a:spLocks noGrp="1"/>
          </p:cNvSpPr>
          <p:nvPr>
            <p:ph type="subTitle" idx="1"/>
          </p:nvPr>
        </p:nvSpPr>
        <p:spPr>
          <a:xfrm>
            <a:off x="677119" y="4023361"/>
            <a:ext cx="4894428" cy="2352970"/>
          </a:xfrm>
        </p:spPr>
        <p:txBody>
          <a:bodyPr>
            <a:normAutofit fontScale="92500" lnSpcReduction="20000"/>
          </a:bodyPr>
          <a:lstStyle/>
          <a:p>
            <a:pPr algn="l">
              <a:lnSpc>
                <a:spcPct val="100000"/>
              </a:lnSpc>
              <a:spcAft>
                <a:spcPts val="800"/>
              </a:spcAft>
            </a:pPr>
            <a:r>
              <a:rPr lang="en-US" sz="1800" err="1">
                <a:effectLst/>
                <a:latin typeface="Calibri" panose="020F0502020204030204" pitchFamily="34" charset="0"/>
                <a:ea typeface="Calibri" panose="020F0502020204030204" pitchFamily="34" charset="0"/>
                <a:cs typeface="Calibri" panose="020F0502020204030204" pitchFamily="34" charset="0"/>
              </a:rPr>
              <a:t>Duţu</a:t>
            </a:r>
            <a:r>
              <a:rPr lang="en-US" sz="1800">
                <a:effectLst/>
                <a:latin typeface="Calibri" panose="020F0502020204030204" pitchFamily="34" charset="0"/>
                <a:ea typeface="Calibri" panose="020F0502020204030204" pitchFamily="34" charset="0"/>
                <a:cs typeface="Calibri" panose="020F0502020204030204" pitchFamily="34" charset="0"/>
              </a:rPr>
              <a:t> Ana Antonia</a:t>
            </a:r>
          </a:p>
          <a:p>
            <a:pPr algn="l">
              <a:lnSpc>
                <a:spcPct val="100000"/>
              </a:lnSpc>
              <a:spcAft>
                <a:spcPts val="800"/>
              </a:spcAft>
            </a:pPr>
            <a:r>
              <a:rPr lang="en-US" sz="1800">
                <a:effectLst/>
                <a:latin typeface="Calibri" panose="020F0502020204030204" pitchFamily="34" charset="0"/>
                <a:ea typeface="Calibri" panose="020F0502020204030204" pitchFamily="34" charset="0"/>
                <a:cs typeface="Calibri" panose="020F0502020204030204" pitchFamily="34" charset="0"/>
              </a:rPr>
              <a:t>Morus Alexandru </a:t>
            </a:r>
          </a:p>
          <a:p>
            <a:pPr algn="l">
              <a:lnSpc>
                <a:spcPct val="100000"/>
              </a:lnSpc>
              <a:spcAft>
                <a:spcPts val="800"/>
              </a:spcAft>
            </a:pPr>
            <a:r>
              <a:rPr lang="en-US" sz="1800">
                <a:effectLst/>
                <a:latin typeface="Calibri" panose="020F0502020204030204" pitchFamily="34" charset="0"/>
                <a:ea typeface="Calibri" panose="020F0502020204030204" pitchFamily="34" charset="0"/>
                <a:cs typeface="Calibri" panose="020F0502020204030204" pitchFamily="34" charset="0"/>
              </a:rPr>
              <a:t>Zamfir Irina Maria </a:t>
            </a:r>
          </a:p>
          <a:p>
            <a:pPr algn="l">
              <a:lnSpc>
                <a:spcPct val="100000"/>
              </a:lnSpc>
              <a:spcAft>
                <a:spcPts val="800"/>
              </a:spcAft>
            </a:pPr>
            <a:r>
              <a:rPr lang="en-US" sz="1800">
                <a:effectLst/>
                <a:latin typeface="Calibri" panose="020F0502020204030204" pitchFamily="34" charset="0"/>
                <a:ea typeface="Calibri" panose="020F0502020204030204" pitchFamily="34" charset="0"/>
                <a:cs typeface="Calibri" panose="020F0502020204030204" pitchFamily="34" charset="0"/>
              </a:rPr>
              <a:t>Prof coord: </a:t>
            </a:r>
            <a:r>
              <a:rPr lang="en-US" sz="1800" err="1">
                <a:effectLst/>
                <a:latin typeface="Calibri" panose="020F0502020204030204" pitchFamily="34" charset="0"/>
                <a:ea typeface="Calibri" panose="020F0502020204030204" pitchFamily="34" charset="0"/>
                <a:cs typeface="Calibri" panose="020F0502020204030204" pitchFamily="34" charset="0"/>
              </a:rPr>
              <a:t>dr</a:t>
            </a:r>
            <a:r>
              <a:rPr lang="ro-RO" sz="1800" kern="100">
                <a:effectLst/>
                <a:latin typeface="Calibri" panose="020F0502020204030204" pitchFamily="34" charset="0"/>
                <a:ea typeface="Malgun Gothic" panose="020B0503020000020004" pitchFamily="34" charset="-127"/>
                <a:cs typeface="Calibri" panose="020F0502020204030204" pitchFamily="34" charset="0"/>
              </a:rPr>
              <a:t>Ă</a:t>
            </a:r>
            <a:r>
              <a:rPr lang="en-US" sz="1800" err="1">
                <a:effectLst/>
                <a:latin typeface="Calibri" panose="020F0502020204030204" pitchFamily="34" charset="0"/>
                <a:ea typeface="Calibri" panose="020F0502020204030204" pitchFamily="34" charset="0"/>
                <a:cs typeface="Calibri" panose="020F0502020204030204" pitchFamily="34" charset="0"/>
              </a:rPr>
              <a:t>gan</a:t>
            </a:r>
            <a:r>
              <a:rPr lang="en-US" sz="1800">
                <a:effectLst/>
                <a:latin typeface="Calibri" panose="020F0502020204030204" pitchFamily="34" charset="0"/>
                <a:ea typeface="Calibri" panose="020F0502020204030204" pitchFamily="34" charset="0"/>
                <a:cs typeface="Calibri" panose="020F0502020204030204" pitchFamily="34" charset="0"/>
              </a:rPr>
              <a:t> </a:t>
            </a:r>
            <a:r>
              <a:rPr lang="en-US" sz="1800" err="1">
                <a:effectLst/>
                <a:latin typeface="Calibri" panose="020F0502020204030204" pitchFamily="34" charset="0"/>
                <a:ea typeface="Calibri" panose="020F0502020204030204" pitchFamily="34" charset="0"/>
                <a:cs typeface="Calibri" panose="020F0502020204030204" pitchFamily="34" charset="0"/>
              </a:rPr>
              <a:t>elena</a:t>
            </a:r>
            <a:endParaRPr lang="en-US" sz="1800">
              <a:effectLst/>
              <a:latin typeface="Calibri" panose="020F0502020204030204" pitchFamily="34" charset="0"/>
              <a:ea typeface="Calibri" panose="020F0502020204030204" pitchFamily="34" charset="0"/>
              <a:cs typeface="Calibri" panose="020F0502020204030204" pitchFamily="34" charset="0"/>
            </a:endParaRPr>
          </a:p>
          <a:p>
            <a:pPr algn="l">
              <a:lnSpc>
                <a:spcPct val="100000"/>
              </a:lnSpc>
              <a:spcAft>
                <a:spcPts val="800"/>
              </a:spcAft>
            </a:pPr>
            <a:r>
              <a:rPr lang="en-US" sz="1800" err="1">
                <a:effectLst/>
                <a:latin typeface="Calibri" panose="020F0502020204030204" pitchFamily="34" charset="0"/>
                <a:ea typeface="Calibri" panose="020F0502020204030204" pitchFamily="34" charset="0"/>
                <a:cs typeface="Calibri" panose="020F0502020204030204" pitchFamily="34" charset="0"/>
              </a:rPr>
              <a:t>Colegiul</a:t>
            </a:r>
            <a:r>
              <a:rPr lang="en-US" sz="1800">
                <a:effectLst/>
                <a:latin typeface="Calibri" panose="020F0502020204030204" pitchFamily="34" charset="0"/>
                <a:ea typeface="Calibri" panose="020F0502020204030204" pitchFamily="34" charset="0"/>
                <a:cs typeface="Calibri" panose="020F0502020204030204" pitchFamily="34" charset="0"/>
              </a:rPr>
              <a:t> </a:t>
            </a:r>
            <a:r>
              <a:rPr lang="en-US" sz="1800" err="1">
                <a:effectLst/>
                <a:latin typeface="Calibri" panose="020F0502020204030204" pitchFamily="34" charset="0"/>
                <a:ea typeface="Calibri" panose="020F0502020204030204" pitchFamily="34" charset="0"/>
                <a:cs typeface="Calibri" panose="020F0502020204030204" pitchFamily="34" charset="0"/>
              </a:rPr>
              <a:t>naţional</a:t>
            </a:r>
            <a:r>
              <a:rPr lang="en-US" sz="1800">
                <a:effectLst/>
                <a:latin typeface="Calibri" panose="020F0502020204030204" pitchFamily="34" charset="0"/>
                <a:ea typeface="Calibri" panose="020F0502020204030204" pitchFamily="34" charset="0"/>
                <a:cs typeface="Calibri" panose="020F0502020204030204" pitchFamily="34" charset="0"/>
              </a:rPr>
              <a:t> de informatic</a:t>
            </a:r>
            <a:r>
              <a:rPr lang="ro-RO" sz="1800" kern="100">
                <a:effectLst/>
                <a:latin typeface="Calibri" panose="020F0502020204030204" pitchFamily="34" charset="0"/>
                <a:ea typeface="Malgun Gothic" panose="020B0503020000020004" pitchFamily="34" charset="-127"/>
                <a:cs typeface="Calibri" panose="020F0502020204030204" pitchFamily="34" charset="0"/>
              </a:rPr>
              <a:t>Ă</a:t>
            </a:r>
            <a:r>
              <a:rPr lang="en-US" sz="1800">
                <a:effectLst/>
                <a:latin typeface="Calibri" panose="020F0502020204030204" pitchFamily="34" charset="0"/>
                <a:ea typeface="Calibri" panose="020F0502020204030204" pitchFamily="34" charset="0"/>
                <a:cs typeface="Calibri" panose="020F0502020204030204" pitchFamily="34" charset="0"/>
              </a:rPr>
              <a:t> “</a:t>
            </a:r>
            <a:r>
              <a:rPr lang="en-US" sz="1800" err="1">
                <a:effectLst/>
                <a:latin typeface="Calibri" panose="020F0502020204030204" pitchFamily="34" charset="0"/>
                <a:ea typeface="Calibri" panose="020F0502020204030204" pitchFamily="34" charset="0"/>
                <a:cs typeface="Calibri" panose="020F0502020204030204" pitchFamily="34" charset="0"/>
              </a:rPr>
              <a:t>tudor</a:t>
            </a:r>
            <a:r>
              <a:rPr lang="en-US" sz="1800">
                <a:effectLst/>
                <a:latin typeface="Calibri" panose="020F0502020204030204" pitchFamily="34" charset="0"/>
                <a:ea typeface="Calibri" panose="020F0502020204030204" pitchFamily="34" charset="0"/>
                <a:cs typeface="Calibri" panose="020F0502020204030204" pitchFamily="34" charset="0"/>
              </a:rPr>
              <a:t> </a:t>
            </a:r>
            <a:r>
              <a:rPr lang="en-US" sz="1800" err="1">
                <a:effectLst/>
                <a:latin typeface="Calibri" panose="020F0502020204030204" pitchFamily="34" charset="0"/>
                <a:ea typeface="Calibri" panose="020F0502020204030204" pitchFamily="34" charset="0"/>
                <a:cs typeface="Calibri" panose="020F0502020204030204" pitchFamily="34" charset="0"/>
              </a:rPr>
              <a:t>Vianu</a:t>
            </a:r>
            <a:r>
              <a:rPr lang="en-US" sz="1800">
                <a:latin typeface="Calibri" panose="020F0502020204030204" pitchFamily="34" charset="0"/>
                <a:ea typeface="Calibri" panose="020F0502020204030204" pitchFamily="34" charset="0"/>
                <a:cs typeface="Calibri" panose="020F0502020204030204" pitchFamily="34" charset="0"/>
              </a:rPr>
              <a:t>”</a:t>
            </a:r>
            <a:endParaRPr lang="en-US" sz="1800">
              <a:effectLst/>
              <a:latin typeface="Calibri" panose="020F0502020204030204" pitchFamily="34" charset="0"/>
              <a:ea typeface="Calibri" panose="020F0502020204030204" pitchFamily="34" charset="0"/>
              <a:cs typeface="Calibri" panose="020F0502020204030204" pitchFamily="34" charset="0"/>
            </a:endParaRPr>
          </a:p>
          <a:p>
            <a:pPr algn="l">
              <a:lnSpc>
                <a:spcPct val="100000"/>
              </a:lnSpc>
            </a:pPr>
            <a:endParaRPr lang="en-US" sz="200">
              <a:latin typeface="Calibri" panose="020F0502020204030204" pitchFamily="34" charset="0"/>
              <a:cs typeface="Calibri" panose="020F0502020204030204" pitchFamily="34" charset="0"/>
            </a:endParaRPr>
          </a:p>
        </p:txBody>
      </p:sp>
      <p:grpSp>
        <p:nvGrpSpPr>
          <p:cNvPr id="1029" name="Group 136">
            <a:extLst>
              <a:ext uri="{FF2B5EF4-FFF2-40B4-BE49-F238E27FC236}">
                <a16:creationId xmlns:a16="http://schemas.microsoft.com/office/drawing/2014/main" id="{B2EBBF56-923D-48A7-9F8F-86E33CFA3E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81655" y="673020"/>
            <a:ext cx="4833902" cy="5683329"/>
            <a:chOff x="1674895" y="1345036"/>
            <a:chExt cx="5428610" cy="4210939"/>
          </a:xfrm>
        </p:grpSpPr>
        <p:sp>
          <p:nvSpPr>
            <p:cNvPr id="138" name="Rectangle 137">
              <a:extLst>
                <a:ext uri="{FF2B5EF4-FFF2-40B4-BE49-F238E27FC236}">
                  <a16:creationId xmlns:a16="http://schemas.microsoft.com/office/drawing/2014/main" id="{A6D5794E-BC9E-4A8A-BB29-9A32C8F26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Rectangle 138">
              <a:extLst>
                <a:ext uri="{FF2B5EF4-FFF2-40B4-BE49-F238E27FC236}">
                  <a16:creationId xmlns:a16="http://schemas.microsoft.com/office/drawing/2014/main" id="{216175AF-13E0-4D14-8638-11BBE8359A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1031" name="Rectangle 140">
            <a:extLst>
              <a:ext uri="{FF2B5EF4-FFF2-40B4-BE49-F238E27FC236}">
                <a16:creationId xmlns:a16="http://schemas.microsoft.com/office/drawing/2014/main" id="{8258443E-B333-44F4-8D49-1EAB1C1A4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50256" y="596822"/>
            <a:ext cx="4833901" cy="5653877"/>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2"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3427" y="1159624"/>
            <a:ext cx="1054466" cy="469689"/>
            <a:chOff x="9841624" y="4115729"/>
            <a:chExt cx="602169" cy="268223"/>
          </a:xfrm>
          <a:solidFill>
            <a:schemeClr val="tx1"/>
          </a:solidFill>
        </p:grpSpPr>
        <p:sp>
          <p:nvSpPr>
            <p:cNvPr id="144" name="Freeform: Shape 143">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33" name="Freeform: Shape 144">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34" name="Freeform: Shape 146">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150" name="Graphic 212">
            <a:extLst>
              <a:ext uri="{FF2B5EF4-FFF2-40B4-BE49-F238E27FC236}">
                <a16:creationId xmlns:a16="http://schemas.microsoft.com/office/drawing/2014/main" id="{4FB204DF-284E-45F6-A017-79A4DF57B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24285" y="1286612"/>
            <a:ext cx="891445" cy="89144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52" name="Graphic 212">
            <a:extLst>
              <a:ext uri="{FF2B5EF4-FFF2-40B4-BE49-F238E27FC236}">
                <a16:creationId xmlns:a16="http://schemas.microsoft.com/office/drawing/2014/main" id="{EB8560A9-B281-46EB-A304-1E4A5A00D6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24285" y="1286612"/>
            <a:ext cx="891445" cy="89144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54" name="Oval 153">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1256" y="5416520"/>
            <a:ext cx="419129" cy="419129"/>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6" name="Oval 155">
            <a:extLst>
              <a:ext uri="{FF2B5EF4-FFF2-40B4-BE49-F238E27FC236}">
                <a16:creationId xmlns:a16="http://schemas.microsoft.com/office/drawing/2014/main" id="{667882DD-56E8-460E-99D5-86E71982D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1256" y="5416520"/>
            <a:ext cx="419129" cy="419129"/>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5" name="Picture 4">
            <a:extLst>
              <a:ext uri="{FF2B5EF4-FFF2-40B4-BE49-F238E27FC236}">
                <a16:creationId xmlns:a16="http://schemas.microsoft.com/office/drawing/2014/main" id="{C533E56E-5E2C-1C8F-F651-1807BBAD8CC8}"/>
              </a:ext>
            </a:extLst>
          </p:cNvPr>
          <p:cNvPicPr>
            <a:picLocks noChangeAspect="1"/>
          </p:cNvPicPr>
          <p:nvPr/>
        </p:nvPicPr>
        <p:blipFill>
          <a:blip r:embed="rId2"/>
          <a:stretch>
            <a:fillRect/>
          </a:stretch>
        </p:blipFill>
        <p:spPr>
          <a:xfrm>
            <a:off x="7071057" y="1892871"/>
            <a:ext cx="3383935" cy="3072257"/>
          </a:xfrm>
          <a:prstGeom prst="rect">
            <a:avLst/>
          </a:prstGeom>
        </p:spPr>
      </p:pic>
      <p:sp>
        <p:nvSpPr>
          <p:cNvPr id="4" name="TextBox 3">
            <a:extLst>
              <a:ext uri="{FF2B5EF4-FFF2-40B4-BE49-F238E27FC236}">
                <a16:creationId xmlns:a16="http://schemas.microsoft.com/office/drawing/2014/main" id="{A44B887D-D3C3-7A48-F2E5-F121C928EFF9}"/>
              </a:ext>
            </a:extLst>
          </p:cNvPr>
          <p:cNvSpPr txBox="1"/>
          <p:nvPr/>
        </p:nvSpPr>
        <p:spPr>
          <a:xfrm>
            <a:off x="7122242" y="1247467"/>
            <a:ext cx="341056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err="1"/>
              <a:t>Echipa</a:t>
            </a:r>
            <a:endParaRPr lang="en-US" sz="2400"/>
          </a:p>
        </p:txBody>
      </p:sp>
    </p:spTree>
    <p:extLst>
      <p:ext uri="{BB962C8B-B14F-4D97-AF65-F5344CB8AC3E}">
        <p14:creationId xmlns:p14="http://schemas.microsoft.com/office/powerpoint/2010/main" val="3042403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3FA34A-58D6-467D-BC5B-C4C3ADA6FB82}"/>
              </a:ext>
            </a:extLst>
          </p:cNvPr>
          <p:cNvSpPr>
            <a:spLocks noGrp="1"/>
          </p:cNvSpPr>
          <p:nvPr>
            <p:ph type="title"/>
          </p:nvPr>
        </p:nvSpPr>
        <p:spPr>
          <a:xfrm>
            <a:off x="938907" y="282800"/>
            <a:ext cx="5217172" cy="1288673"/>
          </a:xfrm>
        </p:spPr>
        <p:txBody>
          <a:bodyPr anchor="b">
            <a:normAutofit/>
          </a:bodyPr>
          <a:lstStyle/>
          <a:p>
            <a:r>
              <a:rPr lang="en-US" err="1"/>
              <a:t>Descrierea</a:t>
            </a:r>
            <a:r>
              <a:rPr lang="en-US"/>
              <a:t> </a:t>
            </a:r>
            <a:r>
              <a:rPr lang="en-US" err="1"/>
              <a:t>lucr</a:t>
            </a:r>
            <a:r>
              <a:rPr lang="ro-RO" kern="100">
                <a:effectLst/>
                <a:latin typeface="Avenir Next LT Pro" panose="020B0504020202020204" pitchFamily="34" charset="0"/>
                <a:ea typeface="Malgun Gothic" panose="020B0503020000020004" pitchFamily="34" charset="-127"/>
                <a:cs typeface="Times New Roman" panose="02020603050405020304" pitchFamily="18" charset="0"/>
              </a:rPr>
              <a:t>ă</a:t>
            </a:r>
            <a:r>
              <a:rPr lang="en-US" err="1"/>
              <a:t>rii</a:t>
            </a:r>
            <a:endParaRPr lang="en-US"/>
          </a:p>
        </p:txBody>
      </p:sp>
      <p:sp>
        <p:nvSpPr>
          <p:cNvPr id="3" name="Content Placeholder 2">
            <a:extLst>
              <a:ext uri="{FF2B5EF4-FFF2-40B4-BE49-F238E27FC236}">
                <a16:creationId xmlns:a16="http://schemas.microsoft.com/office/drawing/2014/main" id="{FB3EB4A5-2F58-4B7A-9138-5A421B40DC9B}"/>
              </a:ext>
            </a:extLst>
          </p:cNvPr>
          <p:cNvSpPr>
            <a:spLocks noGrp="1"/>
          </p:cNvSpPr>
          <p:nvPr>
            <p:ph idx="1"/>
          </p:nvPr>
        </p:nvSpPr>
        <p:spPr>
          <a:xfrm>
            <a:off x="171259" y="1339150"/>
            <a:ext cx="6934879" cy="5163250"/>
          </a:xfrm>
        </p:spPr>
        <p:txBody>
          <a:bodyPr>
            <a:normAutofit fontScale="85000" lnSpcReduction="10000"/>
          </a:bodyPr>
          <a:lstStyle/>
          <a:p>
            <a:pPr marL="0" indent="0">
              <a:lnSpc>
                <a:spcPct val="100000"/>
              </a:lnSpc>
              <a:spcAft>
                <a:spcPts val="800"/>
              </a:spcAft>
              <a:buNone/>
            </a:pP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ro-RO" sz="1800" kern="100">
                <a:effectLst/>
                <a:latin typeface="Avenir Next LT Pro" panose="020B0504020202020204" pitchFamily="34" charset="0"/>
                <a:ea typeface="Malgun Gothic" panose="020B0503020000020004" pitchFamily="34" charset="-127"/>
                <a:cs typeface="Times New Roman" panose="02020603050405020304" pitchFamily="18" charset="0"/>
              </a:rPr>
              <a:t>București este al 8-lea cel mai aglomerat oraș din lume (conform unui studiu făcut în 2023). Intersecția de la Timpuri Noi se află în centrul Bucureștiul</a:t>
            </a:r>
            <a:r>
              <a:rPr lang="en-GB" sz="1800" kern="100">
                <a:effectLst/>
                <a:latin typeface="Avenir Next LT Pro" panose="020B0504020202020204" pitchFamily="34" charset="0"/>
                <a:ea typeface="Malgun Gothic" panose="020B0503020000020004" pitchFamily="34" charset="-127"/>
                <a:cs typeface="Times New Roman" panose="02020603050405020304" pitchFamily="18" charset="0"/>
              </a:rPr>
              <a:t>, </a:t>
            </a:r>
            <a:r>
              <a:rPr lang="en-GB" sz="1800" kern="100" err="1">
                <a:effectLst/>
                <a:latin typeface="Avenir Next LT Pro" panose="020B0504020202020204" pitchFamily="34" charset="0"/>
                <a:ea typeface="Malgun Gothic" panose="020B0503020000020004" pitchFamily="34" charset="-127"/>
                <a:cs typeface="Times New Roman" panose="02020603050405020304" pitchFamily="18" charset="0"/>
              </a:rPr>
              <a:t>fiind</a:t>
            </a:r>
            <a:r>
              <a:rPr lang="en-GB" sz="1800" kern="100">
                <a:effectLst/>
                <a:latin typeface="Avenir Next LT Pro" panose="020B0504020202020204" pitchFamily="34" charset="0"/>
                <a:ea typeface="Malgun Gothic" panose="020B0503020000020004" pitchFamily="34" charset="-127"/>
                <a:cs typeface="Times New Roman" panose="02020603050405020304" pitchFamily="18" charset="0"/>
              </a:rPr>
              <a:t> </a:t>
            </a:r>
            <a:r>
              <a:rPr lang="ro-RO" sz="1800" kern="100">
                <a:effectLst/>
                <a:latin typeface="Avenir Next LT Pro" panose="020B0504020202020204" pitchFamily="34" charset="0"/>
                <a:ea typeface="Malgun Gothic" panose="020B0503020000020004" pitchFamily="34" charset="-127"/>
                <a:cs typeface="Times New Roman" panose="02020603050405020304" pitchFamily="18" charset="0"/>
              </a:rPr>
              <a:t>un loc ce găzduiește </a:t>
            </a:r>
            <a:r>
              <a:rPr lang="en-GB" sz="1800" kern="100">
                <a:effectLst/>
                <a:latin typeface="Avenir Next LT Pro" panose="020B0504020202020204" pitchFamily="34" charset="0"/>
                <a:ea typeface="Malgun Gothic" panose="020B0503020000020004" pitchFamily="34" charset="-127"/>
                <a:cs typeface="Times New Roman" panose="02020603050405020304" pitchFamily="18" charset="0"/>
              </a:rPr>
              <a:t>cl</a:t>
            </a:r>
            <a:r>
              <a:rPr lang="ro-RO" sz="1800" kern="100">
                <a:effectLst/>
                <a:latin typeface="Avenir Next LT Pro" panose="020B0504020202020204" pitchFamily="34" charset="0"/>
                <a:ea typeface="Malgun Gothic" panose="020B0503020000020004" pitchFamily="34" charset="-127"/>
                <a:cs typeface="Times New Roman" panose="02020603050405020304" pitchFamily="18" charset="0"/>
              </a:rPr>
              <a:t>ă</a:t>
            </a:r>
            <a:r>
              <a:rPr lang="en-GB" sz="1800" kern="100" err="1">
                <a:effectLst/>
                <a:latin typeface="Avenir Next LT Pro" panose="020B0504020202020204" pitchFamily="34" charset="0"/>
                <a:ea typeface="Malgun Gothic" panose="020B0503020000020004" pitchFamily="34" charset="-127"/>
                <a:cs typeface="Times New Roman" panose="02020603050405020304" pitchFamily="18" charset="0"/>
              </a:rPr>
              <a:t>diri</a:t>
            </a:r>
            <a:r>
              <a:rPr lang="en-GB" sz="1800" kern="100">
                <a:effectLst/>
                <a:latin typeface="Avenir Next LT Pro" panose="020B0504020202020204" pitchFamily="34" charset="0"/>
                <a:ea typeface="Malgun Gothic" panose="020B0503020000020004" pitchFamily="34" charset="-127"/>
                <a:cs typeface="Times New Roman" panose="02020603050405020304" pitchFamily="18" charset="0"/>
              </a:rPr>
              <a:t> de </a:t>
            </a:r>
            <a:r>
              <a:rPr lang="en-GB" sz="1800" kern="100" err="1">
                <a:effectLst/>
                <a:latin typeface="Avenir Next LT Pro" panose="020B0504020202020204" pitchFamily="34" charset="0"/>
                <a:ea typeface="Malgun Gothic" panose="020B0503020000020004" pitchFamily="34" charset="-127"/>
                <a:cs typeface="Times New Roman" panose="02020603050405020304" pitchFamily="18" charset="0"/>
              </a:rPr>
              <a:t>birouri</a:t>
            </a:r>
            <a:r>
              <a:rPr lang="ro-RO" sz="1800" kern="100">
                <a:effectLst/>
                <a:latin typeface="Avenir Next LT Pro" panose="020B0504020202020204" pitchFamily="34" charset="0"/>
                <a:ea typeface="Malgun Gothic" panose="020B0503020000020004" pitchFamily="34" charset="-127"/>
                <a:cs typeface="Times New Roman" panose="02020603050405020304" pitchFamily="18" charset="0"/>
              </a:rPr>
              <a:t>, locuințe și instituții educaționale, </a:t>
            </a:r>
            <a:r>
              <a:rPr lang="en-GB" sz="1800" kern="100" err="1">
                <a:effectLst/>
                <a:latin typeface="Avenir Next LT Pro" panose="020B0504020202020204" pitchFamily="34" charset="0"/>
                <a:ea typeface="Malgun Gothic" panose="020B0503020000020004" pitchFamily="34" charset="-127"/>
                <a:cs typeface="Times New Roman" panose="02020603050405020304" pitchFamily="18" charset="0"/>
              </a:rPr>
              <a:t>dar</a:t>
            </a:r>
            <a:r>
              <a:rPr lang="en-GB" sz="1800" kern="100">
                <a:effectLst/>
                <a:latin typeface="Avenir Next LT Pro" panose="020B0504020202020204" pitchFamily="34" charset="0"/>
                <a:ea typeface="Malgun Gothic" panose="020B0503020000020004" pitchFamily="34" charset="-127"/>
                <a:cs typeface="Times New Roman" panose="02020603050405020304" pitchFamily="18" charset="0"/>
              </a:rPr>
              <a:t> care </a:t>
            </a:r>
            <a:r>
              <a:rPr lang="ro-RO" sz="1800" kern="100">
                <a:effectLst/>
                <a:latin typeface="Avenir Next LT Pro" panose="020B0504020202020204" pitchFamily="34" charset="0"/>
                <a:ea typeface="Malgun Gothic" panose="020B0503020000020004" pitchFamily="34" charset="-127"/>
                <a:cs typeface="Times New Roman" panose="02020603050405020304" pitchFamily="18" charset="0"/>
              </a:rPr>
              <a:t>și face legătura între anumite cartiere ale capitalei (Tineretului, Carol, Vitan). Unind două sectoare, semafoarele intersecției nu sunt intotdeauna bine sincronizate, provocând neplăceri tranzitorilor. </a:t>
            </a:r>
            <a:endParaRPr lang="en-GB" sz="1800" kern="100">
              <a:effectLst/>
              <a:latin typeface="Arial" panose="020B0604020202020204" pitchFamily="34" charset="0"/>
              <a:ea typeface="Malgun Gothic" panose="020B0503020000020004" pitchFamily="34" charset="-127"/>
              <a:cs typeface="Times New Roman" panose="02020603050405020304" pitchFamily="18" charset="0"/>
            </a:endParaRPr>
          </a:p>
          <a:p>
            <a:pPr>
              <a:lnSpc>
                <a:spcPct val="107000"/>
              </a:lnSpc>
              <a:spcAft>
                <a:spcPts val="800"/>
              </a:spcAft>
            </a:pPr>
            <a:r>
              <a:rPr lang="ro-RO" sz="1800" kern="100">
                <a:effectLst/>
                <a:latin typeface="Avenir Next LT Pro" panose="020B0504020202020204" pitchFamily="34" charset="0"/>
                <a:ea typeface="Malgun Gothic" panose="020B0503020000020004" pitchFamily="34" charset="-127"/>
                <a:cs typeface="Times New Roman" panose="02020603050405020304" pitchFamily="18" charset="0"/>
              </a:rPr>
              <a:t>Ce ne-a determinat să abordăm această intersecție? Unul dintre membrii echipei noastre locuiește în apropierea intersecției și simte efectele traficului intens și îngreunat de semafoarele puse de doi primari diferiți. </a:t>
            </a:r>
            <a:endParaRPr lang="en-GB" sz="1800" kern="100">
              <a:effectLst/>
              <a:latin typeface="Arial" panose="020B0604020202020204" pitchFamily="34" charset="0"/>
              <a:ea typeface="Malgun Gothic" panose="020B0503020000020004" pitchFamily="34" charset="-127"/>
              <a:cs typeface="Times New Roman" panose="02020603050405020304" pitchFamily="18" charset="0"/>
            </a:endParaRPr>
          </a:p>
          <a:p>
            <a:pPr>
              <a:lnSpc>
                <a:spcPct val="107000"/>
              </a:lnSpc>
              <a:spcAft>
                <a:spcPts val="800"/>
              </a:spcAft>
            </a:pPr>
            <a:r>
              <a:rPr lang="ro-RO" sz="1800" kern="100">
                <a:effectLst/>
                <a:latin typeface="Avenir Next LT Pro" panose="020B0504020202020204" pitchFamily="34" charset="0"/>
                <a:ea typeface="Malgun Gothic" panose="020B0503020000020004" pitchFamily="34" charset="-127"/>
                <a:cs typeface="Times New Roman" panose="02020603050405020304" pitchFamily="18" charset="0"/>
              </a:rPr>
              <a:t>În acest proiect vom încerca să prezentăm o ideea de a fluidiza traficul din intersecția Timpuri Noi, dat fiind că este un loc frecvent circulat și care are anumite probleme în ceea ce privește semaforizarea. Vom folosi mockdata pentru a crea niște scenarii posibile și care să prezinte utilitatea și funcționalitățile proiectului nostru ca și în cazul în care am avea niște date preluate din realitate de la niște surse sigure. </a:t>
            </a:r>
            <a:endParaRPr lang="en-GB" sz="1800" kern="100">
              <a:effectLst/>
              <a:latin typeface="Arial" panose="020B0604020202020204" pitchFamily="34" charset="0"/>
              <a:ea typeface="Malgun Gothic" panose="020B0503020000020004" pitchFamily="34" charset="-127"/>
              <a:cs typeface="Times New Roman" panose="02020603050405020304" pitchFamily="18" charset="0"/>
            </a:endParaRPr>
          </a:p>
          <a:p>
            <a:pPr>
              <a:lnSpc>
                <a:spcPct val="100000"/>
              </a:lnSpc>
            </a:pPr>
            <a:endParaRPr lang="en-US" sz="2000"/>
          </a:p>
        </p:txBody>
      </p:sp>
      <p:grpSp>
        <p:nvGrpSpPr>
          <p:cNvPr id="139" name="Graphic 190">
            <a:extLst>
              <a:ext uri="{FF2B5EF4-FFF2-40B4-BE49-F238E27FC236}">
                <a16:creationId xmlns:a16="http://schemas.microsoft.com/office/drawing/2014/main" id="{0E01B404-974F-4AE2-B624-17BB796E4C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56620" y="736826"/>
            <a:ext cx="1598829" cy="531293"/>
            <a:chOff x="2504802" y="1755501"/>
            <a:chExt cx="1598829" cy="531293"/>
          </a:xfrm>
          <a:solidFill>
            <a:schemeClr val="tx1"/>
          </a:solidFill>
        </p:grpSpPr>
        <p:sp>
          <p:nvSpPr>
            <p:cNvPr id="2327" name="Freeform: Shape 139">
              <a:extLst>
                <a:ext uri="{FF2B5EF4-FFF2-40B4-BE49-F238E27FC236}">
                  <a16:creationId xmlns:a16="http://schemas.microsoft.com/office/drawing/2014/main" id="{67FEB7B1-DDBA-42D8-94CB-1B67FE8A46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F4FA28F1-7DF7-4464-9F21-7F65D9C16F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grpSp>
        <p:nvGrpSpPr>
          <p:cNvPr id="143" name="Group 142">
            <a:extLst>
              <a:ext uri="{FF2B5EF4-FFF2-40B4-BE49-F238E27FC236}">
                <a16:creationId xmlns:a16="http://schemas.microsoft.com/office/drawing/2014/main" id="{4B298437-9289-4DEE-A22A-B50B8E0C57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85765" y="619275"/>
            <a:ext cx="932200" cy="932200"/>
            <a:chOff x="10791258" y="619275"/>
            <a:chExt cx="932200" cy="932200"/>
          </a:xfrm>
        </p:grpSpPr>
        <p:sp>
          <p:nvSpPr>
            <p:cNvPr id="144" name="Graphic 212">
              <a:extLst>
                <a:ext uri="{FF2B5EF4-FFF2-40B4-BE49-F238E27FC236}">
                  <a16:creationId xmlns:a16="http://schemas.microsoft.com/office/drawing/2014/main" id="{59E0E14B-533C-4293-A8D7-28796C92D3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45" name="Graphic 212">
              <a:extLst>
                <a:ext uri="{FF2B5EF4-FFF2-40B4-BE49-F238E27FC236}">
                  <a16:creationId xmlns:a16="http://schemas.microsoft.com/office/drawing/2014/main" id="{14E2471F-A3DF-4EAB-84FF-9780F82F8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grpSp>
        <p:nvGrpSpPr>
          <p:cNvPr id="147" name="Group 146">
            <a:extLst>
              <a:ext uri="{FF2B5EF4-FFF2-40B4-BE49-F238E27FC236}">
                <a16:creationId xmlns:a16="http://schemas.microsoft.com/office/drawing/2014/main" id="{0A8BC7D6-3432-421F-90E8-E5BF9B9D39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628487" y="4452518"/>
            <a:ext cx="1152011" cy="1152031"/>
            <a:chOff x="10154385" y="4452524"/>
            <a:chExt cx="1443404" cy="1443428"/>
          </a:xfrm>
          <a:solidFill>
            <a:schemeClr val="tx1"/>
          </a:solidFill>
        </p:grpSpPr>
        <p:grpSp>
          <p:nvGrpSpPr>
            <p:cNvPr id="148" name="Graphic 4">
              <a:extLst>
                <a:ext uri="{FF2B5EF4-FFF2-40B4-BE49-F238E27FC236}">
                  <a16:creationId xmlns:a16="http://schemas.microsoft.com/office/drawing/2014/main" id="{764DF47C-D245-46EE-A937-932EC186CC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5734037" y="3067039"/>
              <a:chExt cx="724483" cy="724489"/>
            </a:xfrm>
            <a:grpFill/>
          </p:grpSpPr>
          <p:sp>
            <p:nvSpPr>
              <p:cNvPr id="319" name="Freeform: Shape 318">
                <a:extLst>
                  <a:ext uri="{FF2B5EF4-FFF2-40B4-BE49-F238E27FC236}">
                    <a16:creationId xmlns:a16="http://schemas.microsoft.com/office/drawing/2014/main" id="{B6EA011F-E7F7-4A27-B6B2-9832E93547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5D458372-A83B-43D3-9998-D1D2B30815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77D64EA0-FFCF-4BDF-89B2-5B648CD1F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033E79C-0381-469C-8800-4B4FEE9FD6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E384816D-093E-4BB4-89A6-B6E4950C3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F2DE614D-A78E-4CF9-80E7-658607310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77288799-85C0-4A9E-83BF-7B84F6E9D8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A7C530FF-B456-4339-BBD9-75981532A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893DC5CA-F466-4BB7-B330-5946C3EBCB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652AD3C1-566F-41D7-8059-807188288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EBEA6F10-8633-48F6-AE72-D03B44BF2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19629B1F-7CE2-43B6-81E1-4556AF2A5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1CE04191-338C-438C-A70F-B4F362F5F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D0E302DE-F5BF-44C3-B4D3-88E2A73C8B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8A690F16-904F-4F71-9EEF-2DFCBE31B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99C1E91C-D127-487C-A335-9A012661F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35539DB9-BA80-4876-AB4E-61BC7B18E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90094BC3-EA93-4795-A26E-236E7F295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C9C2B563-C93E-4ABD-9449-21A2E5BE2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38D90666-0FEC-4890-81A4-1F09924BF0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4FE7571C-1478-498F-9E95-5BA8B678A4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107CDB14-39D0-479D-AE83-726D910D54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B2771033-D4AE-42FC-9473-0347188B9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F0B48913-7143-42A4-8120-353ABABDC7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6EA5364A-A1F2-45EC-969B-B7B5F00614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8BC60A3A-669D-471C-9481-A15DF5038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47684A41-39DE-4BB2-B472-28A5AB7A1C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A9AAFEBC-D145-4DA1-A650-4FBEBC662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36EA8E14-F741-4E55-B759-E8093BFAB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AD192A52-549A-421F-8770-413344929D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54BFC0C9-6D6C-41D5-877A-7052FD7221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B988EE7A-D042-49A7-959A-AB44232728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CD0DCAA3-971E-4EFA-9812-8A404DBC7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844A7012-7332-4C82-BF0E-4834C8DCEE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601BD996-AF3D-405D-8A11-719225B24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32D9A512-3288-4B8C-BCC2-889B95B4E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CEE70BE8-3A6B-4570-8476-219699AF39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04A60616-6526-40BE-A8BC-595F49AC2F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663B88BB-FC18-41D5-9C5B-B4EEA43D64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34C9DF15-6DE1-4839-93F0-95F376351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E694AEEB-E314-4562-BF3F-F5B865E4C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8949D739-43C2-4128-86AB-BE710A35ED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942A5148-2DB9-48F8-8269-3A71C4512F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4B688197-714F-4C1C-9B32-E2D81F1C9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6A6A0BC0-91AB-4840-8AA1-553B092C5E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FF46D4FF-A70E-4F8B-8471-BA483E5D8A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228BC4A2-4A8B-4616-9ADF-17D37019D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40B1722B-3BB7-49CA-89E6-C2F50891D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E521A95C-93A2-4E5D-BE31-6E5F62AE7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1A78E7DE-6742-4A64-AC19-6C615C376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8768DBB7-A35B-49D8-BC5C-FF3619151F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85CF4963-8446-4F68-9A7A-B50DE870A0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3EB48C3A-7DBA-48D1-B479-386CCE543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02D97164-3DC5-421E-87D7-6923B8330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3A6DBB7C-9533-4A99-942E-22A0EC2F41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A617E8CA-2845-4AA6-A0E6-D786F0E95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B91B0F15-8290-40BE-A056-8A7B5E84C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A095B22C-D5E4-4412-A33A-572956A8E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6413F144-0EAC-46C1-A89A-E76106649A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5D0E1500-9FD0-4426-B8D2-BDFE30927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9F34C9FD-3B20-43DA-95EA-35886687AE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C39D8CB1-C9E7-4763-B62D-1314196A76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E09CF46E-FB6D-4FBD-B01B-43518534F7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B4DA1727-78CE-40F1-A689-A9787274C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E94372DB-6954-4A1D-8C5A-E36C2B99C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04FD5EE8-6B98-4CBE-A34B-B02D733C5E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696ABB36-2D77-4E67-9583-76159BEED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E6209AD8-CF8B-49AB-89CD-47BB53A078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068EE6CA-AAF1-4C40-921F-D02DA011DD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26AE9971-42A3-4055-A84F-3BE66638A7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4A4C4C31-0BAE-40AF-A0DD-9E8535F8E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009AF775-6BD6-40D9-BF43-38037C9489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4330B4F0-D1EC-45CA-84A9-281491D9C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6FB936AE-01B0-4B4E-8BDB-71221853B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D64C9C59-35B4-4175-BD0B-862DB3695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2949ADB1-3F97-4F4E-B27D-0C2C99FECA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C7E7BC03-4365-4267-BEF5-29B87D03F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6" name="Freeform: Shape 395">
                <a:extLst>
                  <a:ext uri="{FF2B5EF4-FFF2-40B4-BE49-F238E27FC236}">
                    <a16:creationId xmlns:a16="http://schemas.microsoft.com/office/drawing/2014/main" id="{3275D5DF-DA70-4E66-9CDB-EC30E9F33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88A24D17-5992-43CA-9837-9F1342781F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4AEEC2F8-B9B5-427D-B1F4-9A3B24A4F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9BFCE7F9-A73E-438D-9E4D-DD2573BE6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0A195B1B-62C3-47E6-8F0A-18C8CE48F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37762D87-00A0-4EF8-913E-AAFB725779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95D960C5-C8F4-4C8D-AEA1-B15D22D987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58679F34-F645-4977-9141-AE0DF99B86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23145794-9EDD-4491-87F3-70E69872A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E45417F9-CBA3-4B04-810F-99E33656B0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7FBF0752-07C9-4939-BF51-F60F491C54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5EE8F42B-3290-46B8-B0AF-B6B7436219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43A3DC55-4CCD-4378-BDDE-E3EE92F8E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5ED2E89E-8A9B-4F8E-9F19-B1185A1CB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451942DD-8B41-457D-A0E8-6AA9D6AA8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116B7192-A61C-44FF-A787-7F36021DAF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273B36FE-6F70-4780-BD1A-F69FB565A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CC59C483-C7AF-45EB-847F-FC63DD5A3D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8DDBBB7E-0FCB-441D-8685-C314430747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1500519F-E3D8-4F5D-8BF3-8F15F4BB7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6" name="Freeform: Shape 415">
                <a:extLst>
                  <a:ext uri="{FF2B5EF4-FFF2-40B4-BE49-F238E27FC236}">
                    <a16:creationId xmlns:a16="http://schemas.microsoft.com/office/drawing/2014/main" id="{52409787-9C7F-4B9B-AA42-F5B5DAF66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6F698306-7FDC-43F4-A928-80DE5A474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DF7879DC-A20F-433F-ADD0-7A240C70AE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A83D3836-D3B0-434D-A26B-FB0AE61D23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96D6B4F6-02A9-4BFE-8300-0E95CEBEC2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117980F7-762B-4C6D-87EE-8B06BF2B6A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EB25595A-B8B9-4337-AC59-7C63320E0B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F7352AA8-4A98-47AB-AD53-963BD75A1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6E5E175F-B75F-4B1D-BB44-5C44CEF8E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CD1F8433-ED8B-414A-93FF-67FE104E8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1EE8B47F-2BF0-4F1D-AE52-C7ECE277D7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A758AF4F-E7C1-4B7F-B596-EBBD4227BC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889A745B-3BED-40F7-8261-69CD63539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B1B7C29D-9C7D-48E1-972C-E666E8EAE5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DFC3A349-CC86-4D83-82BC-421130F9B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1" name="Freeform: Shape 430">
                <a:extLst>
                  <a:ext uri="{FF2B5EF4-FFF2-40B4-BE49-F238E27FC236}">
                    <a16:creationId xmlns:a16="http://schemas.microsoft.com/office/drawing/2014/main" id="{2DBE4DDA-8095-4407-988A-C0D1944CB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BCBF14E2-D217-4826-853E-DFA7CDB6E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B11F2262-F1E1-4E1B-AC25-B27766B2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E3282B64-F198-42FE-BF95-41A3E60B8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B191314A-B68B-462F-978C-931968F22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9C10412E-0F8D-48B0-9AEA-4B9E3C5BC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D45E4142-9114-43EF-AF76-50743EE2B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118E6415-BABA-4A8B-939D-D3708A6F6B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B20F7E56-333C-4D31-B009-C14DD8FF74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1E66C05C-DC5A-4D6E-BB5E-3AB49C3D2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A1C27E0F-5E2A-452C-8E5C-F4AE77D35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5800A847-27F6-4050-A666-7EFD66026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41790167-6234-4B9D-ADBF-CF2C942E24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87DF862F-062E-44A5-9EE8-7C27A70A9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5139A566-2510-4665-8F42-CAE61CC63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EC1B42BE-601F-4477-A1E4-08F1B7553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6126EA27-2BB4-4F66-AADD-A948349CA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C2612DF1-5558-4144-A68A-4B8908EDA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6AB8B3A3-7DC3-40DA-B716-B991C0F0F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8D5513B1-B754-47CA-8027-194024E9F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51" name="Freeform: Shape 450">
                <a:extLst>
                  <a:ext uri="{FF2B5EF4-FFF2-40B4-BE49-F238E27FC236}">
                    <a16:creationId xmlns:a16="http://schemas.microsoft.com/office/drawing/2014/main" id="{6E2AFDE0-2C8B-4843-87A2-00FB6C1D3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322B2ED8-8734-45BA-BDB8-DFCB66408C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97598399-1C0C-4D9D-8529-478F566BF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5572A984-BB9A-45CD-B1CF-65ED4445E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55F65930-C0E0-46E2-B7DA-04DCE7014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548B7EBF-FAE9-455B-8C9C-B1A87F0F87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457" name="Freeform: Shape 456">
                <a:extLst>
                  <a:ext uri="{FF2B5EF4-FFF2-40B4-BE49-F238E27FC236}">
                    <a16:creationId xmlns:a16="http://schemas.microsoft.com/office/drawing/2014/main" id="{F7E9EF55-C9C5-46DB-BB9F-64EF0B03C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D3EDD473-682F-4658-B61B-6286D55D2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64239637-5087-4268-8DD8-FC90118FF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BE8672AD-1C52-4E40-9DA8-DD905829A0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9A8BB16E-BB0B-4C9A-ABDB-D92B375900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92744AB8-F786-4A66-89FE-BA512ACAA6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104F498D-E716-4266-99A6-C99D920ED9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64" name="Freeform: Shape 463">
                <a:extLst>
                  <a:ext uri="{FF2B5EF4-FFF2-40B4-BE49-F238E27FC236}">
                    <a16:creationId xmlns:a16="http://schemas.microsoft.com/office/drawing/2014/main" id="{50963E8C-A1AD-4E4C-A59D-FAD3815980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5" name="Freeform: Shape 464">
                <a:extLst>
                  <a:ext uri="{FF2B5EF4-FFF2-40B4-BE49-F238E27FC236}">
                    <a16:creationId xmlns:a16="http://schemas.microsoft.com/office/drawing/2014/main" id="{8AA1427B-7471-4F6F-9665-064353592D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6" name="Freeform: Shape 465">
                <a:extLst>
                  <a:ext uri="{FF2B5EF4-FFF2-40B4-BE49-F238E27FC236}">
                    <a16:creationId xmlns:a16="http://schemas.microsoft.com/office/drawing/2014/main" id="{A65698F5-0892-47EB-B493-B7C17B735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67" name="Freeform: Shape 466">
                <a:extLst>
                  <a:ext uri="{FF2B5EF4-FFF2-40B4-BE49-F238E27FC236}">
                    <a16:creationId xmlns:a16="http://schemas.microsoft.com/office/drawing/2014/main" id="{073E74EF-EDB7-4E40-BFEC-07A79CE23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8" name="Freeform: Shape 467">
                <a:extLst>
                  <a:ext uri="{FF2B5EF4-FFF2-40B4-BE49-F238E27FC236}">
                    <a16:creationId xmlns:a16="http://schemas.microsoft.com/office/drawing/2014/main" id="{F6CBDFCC-4247-4061-9CC8-F97E878A0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69" name="Freeform: Shape 468">
                <a:extLst>
                  <a:ext uri="{FF2B5EF4-FFF2-40B4-BE49-F238E27FC236}">
                    <a16:creationId xmlns:a16="http://schemas.microsoft.com/office/drawing/2014/main" id="{C0917AA2-D197-402E-A1A6-C83045800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0" name="Freeform: Shape 469">
                <a:extLst>
                  <a:ext uri="{FF2B5EF4-FFF2-40B4-BE49-F238E27FC236}">
                    <a16:creationId xmlns:a16="http://schemas.microsoft.com/office/drawing/2014/main" id="{FBA78735-86F7-467C-98AF-B503234A1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1" name="Freeform: Shape 470">
                <a:extLst>
                  <a:ext uri="{FF2B5EF4-FFF2-40B4-BE49-F238E27FC236}">
                    <a16:creationId xmlns:a16="http://schemas.microsoft.com/office/drawing/2014/main" id="{A2A9470A-A0B7-4045-BF89-CB240F8FC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2" name="Freeform: Shape 471">
                <a:extLst>
                  <a:ext uri="{FF2B5EF4-FFF2-40B4-BE49-F238E27FC236}">
                    <a16:creationId xmlns:a16="http://schemas.microsoft.com/office/drawing/2014/main" id="{F493D6AD-A577-467E-8FBA-4796009F7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3" name="Freeform: Shape 472">
                <a:extLst>
                  <a:ext uri="{FF2B5EF4-FFF2-40B4-BE49-F238E27FC236}">
                    <a16:creationId xmlns:a16="http://schemas.microsoft.com/office/drawing/2014/main" id="{220430A6-2D2B-43D2-96B7-A918E83792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4" name="Freeform: Shape 473">
                <a:extLst>
                  <a:ext uri="{FF2B5EF4-FFF2-40B4-BE49-F238E27FC236}">
                    <a16:creationId xmlns:a16="http://schemas.microsoft.com/office/drawing/2014/main" id="{D3A6342A-024B-4CE5-A64A-B76FA5E64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75" name="Freeform: Shape 474">
                <a:extLst>
                  <a:ext uri="{FF2B5EF4-FFF2-40B4-BE49-F238E27FC236}">
                    <a16:creationId xmlns:a16="http://schemas.microsoft.com/office/drawing/2014/main" id="{F423E7C6-EF86-4CAA-8650-F020051220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6" name="Freeform: Shape 475">
                <a:extLst>
                  <a:ext uri="{FF2B5EF4-FFF2-40B4-BE49-F238E27FC236}">
                    <a16:creationId xmlns:a16="http://schemas.microsoft.com/office/drawing/2014/main" id="{260A6113-BA8A-426B-9C3D-839577991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7" name="Freeform: Shape 476">
                <a:extLst>
                  <a:ext uri="{FF2B5EF4-FFF2-40B4-BE49-F238E27FC236}">
                    <a16:creationId xmlns:a16="http://schemas.microsoft.com/office/drawing/2014/main" id="{2B6C882D-BB2E-4A52-843D-A19DEACA8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8" name="Freeform: Shape 477">
                <a:extLst>
                  <a:ext uri="{FF2B5EF4-FFF2-40B4-BE49-F238E27FC236}">
                    <a16:creationId xmlns:a16="http://schemas.microsoft.com/office/drawing/2014/main" id="{2BD4A578-9F57-4AA9-929A-E17570069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9" name="Freeform: Shape 478">
                <a:extLst>
                  <a:ext uri="{FF2B5EF4-FFF2-40B4-BE49-F238E27FC236}">
                    <a16:creationId xmlns:a16="http://schemas.microsoft.com/office/drawing/2014/main" id="{39C574D7-7B5C-4491-8CEA-9AB2A6A23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0" name="Freeform: Shape 479">
                <a:extLst>
                  <a:ext uri="{FF2B5EF4-FFF2-40B4-BE49-F238E27FC236}">
                    <a16:creationId xmlns:a16="http://schemas.microsoft.com/office/drawing/2014/main" id="{37BFA8DF-1005-4EED-81D0-2F8D07B13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81" name="Freeform: Shape 480">
                <a:extLst>
                  <a:ext uri="{FF2B5EF4-FFF2-40B4-BE49-F238E27FC236}">
                    <a16:creationId xmlns:a16="http://schemas.microsoft.com/office/drawing/2014/main" id="{90207940-3589-4DE0-B1B8-E9FD38442A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2" name="Freeform: Shape 481">
                <a:extLst>
                  <a:ext uri="{FF2B5EF4-FFF2-40B4-BE49-F238E27FC236}">
                    <a16:creationId xmlns:a16="http://schemas.microsoft.com/office/drawing/2014/main" id="{3A5E8C6C-526B-487A-B0F3-4EA69D90C8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83" name="Freeform: Shape 482">
                <a:extLst>
                  <a:ext uri="{FF2B5EF4-FFF2-40B4-BE49-F238E27FC236}">
                    <a16:creationId xmlns:a16="http://schemas.microsoft.com/office/drawing/2014/main" id="{DFF5B9C9-0C85-4673-AE7D-5A378B4A0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84" name="Freeform: Shape 483">
                <a:extLst>
                  <a:ext uri="{FF2B5EF4-FFF2-40B4-BE49-F238E27FC236}">
                    <a16:creationId xmlns:a16="http://schemas.microsoft.com/office/drawing/2014/main" id="{38B407A1-1804-4518-8D54-8BA1C9478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85" name="Freeform: Shape 484">
                <a:extLst>
                  <a:ext uri="{FF2B5EF4-FFF2-40B4-BE49-F238E27FC236}">
                    <a16:creationId xmlns:a16="http://schemas.microsoft.com/office/drawing/2014/main" id="{490BDDD0-06F2-4BF6-B501-6FE7B2FA21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86" name="Freeform: Shape 485">
                <a:extLst>
                  <a:ext uri="{FF2B5EF4-FFF2-40B4-BE49-F238E27FC236}">
                    <a16:creationId xmlns:a16="http://schemas.microsoft.com/office/drawing/2014/main" id="{4049B8A9-52DD-4D7A-8C9D-8503C7A8C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487" name="Freeform: Shape 486">
                <a:extLst>
                  <a:ext uri="{FF2B5EF4-FFF2-40B4-BE49-F238E27FC236}">
                    <a16:creationId xmlns:a16="http://schemas.microsoft.com/office/drawing/2014/main" id="{CA6A9F65-6E03-4A52-A212-3B2B2F9A0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grpSp>
          <p:nvGrpSpPr>
            <p:cNvPr id="2328" name="Graphic 4">
              <a:extLst>
                <a:ext uri="{FF2B5EF4-FFF2-40B4-BE49-F238E27FC236}">
                  <a16:creationId xmlns:a16="http://schemas.microsoft.com/office/drawing/2014/main" id="{75272C56-516F-448F-A689-99DDF807629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5734037" y="3067039"/>
              <a:chExt cx="724483" cy="724489"/>
            </a:xfrm>
            <a:grpFill/>
          </p:grpSpPr>
          <p:sp>
            <p:nvSpPr>
              <p:cNvPr id="2329" name="Freeform: Shape 149">
                <a:extLst>
                  <a:ext uri="{FF2B5EF4-FFF2-40B4-BE49-F238E27FC236}">
                    <a16:creationId xmlns:a16="http://schemas.microsoft.com/office/drawing/2014/main" id="{01850FE0-7F44-4F7B-AEC0-EC1877240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22CC5AB4-2046-49CE-8328-15216AC6D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0689F1F1-A8B0-4B1E-AF86-5BA247390C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C098B5BF-7A47-4612-99A7-92913B240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0701C5C2-0698-4B5D-9A72-1F233D75E7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91EAE1A4-9E27-4958-86A7-13D051B1E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1378738E-B89D-4E88-AC52-4F35639B4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FD21C36E-AD47-4919-9B61-A4E46D4AF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50BC5A3F-6226-4627-8935-C6523658E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4F827952-69BF-4640-82D8-E1A7991C1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38955A36-AB1C-49F6-8303-48F0CECB6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A94D64E4-0F73-4636-8483-D72F552D42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801622FC-712F-4CDA-AD0F-48D6AEEE2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E2464837-766D-4495-B542-3E55CA313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42E2011A-A691-4056-BA83-5AE5DA5D2F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B25D03B6-BA5C-4F35-B534-2958BE2D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AFFA21F3-49AA-4046-AA1B-8AF347E65D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6AD5F85E-4055-4660-9612-0FAAB83C9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042F0FC1-F3C6-4F46-8689-752836939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2BD2B2E5-6320-4D47-A498-BA4B872B40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8F464586-9DDA-4328-805D-80B712E2DB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85B3F8A1-D5AE-49DF-A40E-ACC1E3121B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B89CB14C-CBE9-429B-BEF1-5B364C4DF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1157CE18-C763-4AA0-92AA-2C0F0C0BC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F4CF8E8-E78C-4FCE-9191-C0D2D78A11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B4EA3223-D631-41C3-A439-7BD891A936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90F9C61-C8B5-4067-8B02-2201380D4B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B6A80D9A-67F0-4CD7-9340-A92FF6B71B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A8E2ACFD-43B0-477D-B4BA-00CA38CDE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9A66B1B2-4ECE-4EB0-89ED-466167C53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F2C465D2-FE19-4020-8DED-4A6F8DAB7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9C66B733-FA4A-4E4C-B93B-7C33AF2DEC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981F9387-3002-4AC4-8A38-E869E6644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566E1CD5-F7E2-45D7-AEF7-BC08FE3C65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BEECF55A-054C-4075-A383-6AA7730DD4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BB6417CB-6916-4D45-9675-BB940158F2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071B27B1-619D-450C-AE37-4711931A7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194A3B9C-75FA-4F91-B74F-4904D9D82D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C737D59-38C5-4C71-8E82-3242EC269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0FE06754-0432-42D1-B88A-80C1C9575A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AF9EE4B1-D5B7-43E0-B69F-363DDCBBDA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5CE7C87C-53F5-406C-9565-A6287453F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15DA7714-98BE-4DB5-A732-E51BE0FC1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EE99D639-E701-422B-99B2-B908FFC40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3CFC8C86-6A9B-4FC2-850F-244CC809A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1A3BE664-FC9E-4C30-ABFA-C3597B5056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91EF4631-B670-463C-ABA3-80120C96F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8805675E-8B92-477F-A381-D568EEAC03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FABE2F0D-23FA-4FA8-AF49-831C6F8FF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B4935589-F286-4F1D-8141-DC29318E4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AA8537D0-FA05-4E99-98CD-14A1E2E40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64306776-4597-40C1-8CEA-5B0B7A170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832B998B-E2E7-48D3-A858-83E55EC129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CF7AAF66-7ACC-4337-84A0-49F4D5247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944F3A7-9E59-4599-AC48-9A60462D1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13ECF174-F0E7-4DB5-ABFC-1506C97A05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854DE89E-1C25-4524-B470-BDD18E1D7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566B3EB3-A9F5-4E2E-9D31-93A2B7CA51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D698F22B-2E15-4E95-B62C-67A23816B9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47244A1D-0DE6-41FD-B791-44684D49F0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8CFA451F-2534-4429-8EB7-F481A1A0B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318BF261-C3FB-423A-8E99-8F78BB5E3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8EEAA0F9-44F7-4442-92B2-C3236491DC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650D9881-601E-4D65-BC57-2B3FFB98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7D21934B-62BB-4FD0-9CAD-4A9463628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516AFB2A-6A2C-454C-9B85-7F7C0601D2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7604E0FD-4716-4EBB-A84D-CD4DE76DF5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53126F09-55DB-41DE-AC1E-C16A3900AB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0F375666-5F5B-4FF9-82E6-EE5844B07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5E6B0421-EADA-4552-A7DA-C0094C31A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CA326009-6419-464C-90F4-7052E1CE8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9CA9BB2B-26FD-4082-8C98-D77773C59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931B940C-BBBF-4B19-850A-827E275B08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444386D-718F-4F16-AFE5-418910F494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56994DF6-17CA-4780-9299-F697C123B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CF11D648-BCB9-48B7-BB5A-587E0E474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FD1CA17-E5F7-4BA5-9628-8FAEF8E964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DE3E270E-0B56-420B-9E11-39C0053909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4DCC3E57-366D-433D-A692-173467B4B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E9037CC2-FE33-4DAE-A097-7089747D88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EB51A605-EA22-4197-82CB-2DBC54D87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0A8AA9E1-27CF-40F1-9C39-5E7974034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B7A91EA2-DA67-42CD-8DB0-B0EFEBFBE9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236D129D-B6B1-4B3A-884B-F258C5075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54D00009-F50B-4211-A557-9928B1E23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CD372432-51DF-4952-A7A1-2662B17B84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4A7BBA90-77FB-4446-B5C3-8A9D095FB2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35439AE7-1B79-45F6-9B9E-BD3FE107C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0CEA0EC4-CA9E-449B-B165-93AE862BF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D4696EC4-B697-4F0F-AC37-50B86C2585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FC6C4A62-16B1-4A4E-AE66-987528E10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EC2B6603-1E71-4632-9336-2EF04631E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71FD4202-4E65-42DC-A151-A4E12CCD3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46A045D1-9E13-4D1B-B0B2-51253608D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D129FF56-4A2C-4248-8D61-2D443078EA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869EDB80-421B-41B1-BEAA-EBCF78528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1CCC5634-ECE2-48FA-A017-4E56165968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12E6B449-4B47-4B3D-87BD-CD5ABCE2A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DBF0712D-1990-44E3-A0E9-3B58794BB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7D56FF7E-12BD-4B18-8E8C-832F44ED3E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ADB24642-D1B7-4310-B509-E87B615D54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CBC1CF74-4E99-4B74-A113-4D86AD4B1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F63D4008-B633-4D42-B8D9-6A2EF4540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12B2253E-79EA-462F-B0F7-7AC2680D1A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F3DBC8E6-6D1A-48C9-BDCB-118C3F7E0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CA62A208-74D3-4715-AA45-4242BFCACD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62EF3051-B7EB-40BF-9517-DACEC4F699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A5BFA2B5-1495-4C12-91F9-A97FA4BF9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84FAC3B1-CEB4-4FC0-988E-A6A69C26D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E675E80D-4CA9-4B35-9E02-88A36BE23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4AF02B8-6EDB-4F9C-A5BC-8824631E3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8E47A36D-3C57-447D-A683-6A127BDCF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D5C5909D-E4BA-49FD-979B-E5354BD8B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D2FB7182-E36E-492B-8063-D696513FF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C5057475-340D-4D05-A9A0-7D0A142A91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A3A713E7-DDBB-471D-9C62-06FED1733B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7B329B3-8C59-46A9-8619-39AAB6BC4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B4967109-0937-40E9-B514-211A7139A4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AFA6018E-BDA4-431E-A554-929F4064A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AB94711B-6944-496D-9610-6FD9EEFEFA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A6943304-77CF-476D-97FE-2446AFB77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BB0D704E-F205-48A9-AB6C-7876F624BA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1A025AB1-A69C-4112-B52C-630D3794FB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BBF8F0BF-8B92-4A36-A6DC-A05499DAE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61523E0E-EDAD-481B-BC2C-CA1F4FCD6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17BD8317-81B6-4FBC-BE8B-0932B2F6C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6DC2D600-17FF-4995-BFCB-7828B7B3A7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0BF4B884-9C23-4CFE-83D9-2684311C2D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51890B6D-5E4A-410F-A6C1-3CFC026B6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7F9069B6-F9D4-4879-819C-BF26F05E74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9F7ED034-C43F-44EA-BD7F-402E15E69B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4A1AF245-4D76-4BEB-A140-CEB6CED79A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E200320D-258F-468E-A6AB-36A2248A9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DE1F0581-A718-4587-AF4F-41BD374E0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D6FE5071-2441-43A9-AF63-ECC3F5879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03757FD5-AB95-4F79-BE9D-578E27DA9F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447189BF-D4F8-465C-8671-BC3DFD1899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4C6D1DF9-B037-41C4-B6EC-79FCB01E0F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A9194234-0939-4C43-96C5-16A73A7AE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515179E6-CF1D-4543-A8A2-F6CDD1028E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21D3629E-CDA6-4C79-BB65-9DEE19607E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C993CC91-843C-4516-92F1-505C5C181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490A353D-6A43-4321-BB1D-AB6B57414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341F7DD8-0592-425F-80F8-6F8972F31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CB7AC72A-2A9E-435D-85CA-9F545AA4A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EA4D2FBC-CB8E-4996-9E48-7FB6A3C52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A42FB97E-E1D0-4445-8203-EB863FC07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4BDF055F-3D00-4F20-9D27-441A28422D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2F4A7659-EFA5-428B-BB2A-503190812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382E5248-5500-4FD3-80D5-72E5F37CD3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5A7BBE74-89A9-4296-BFD4-6BFE45086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9923C233-A2FB-49C0-BE39-65F2FDDE39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40033D00-0BCF-47A0-894B-7D7E58CC9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8935B4AD-5D38-4102-AF83-9DBBF51FE2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41C582AD-05A2-4DB7-B8F5-2B02417ABA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8D66DCE8-FAFB-42B8-BEB9-383E53FF86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BDB64AE3-FBBC-4060-BA4B-79DE4D588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5062B4C6-BBCF-44CF-A4A6-8A1900CAC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410E20E3-1A75-47B0-A487-92389EF833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0FE5E141-EEF6-4303-826C-1E55B3D54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DB86DCED-C16A-4A80-86D7-D8C533062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DEF7E440-9DEC-432B-8870-70B13E7ED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BE9CCDFD-227E-4A9C-AE7B-0AE303F3A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1ED97839-E4D7-4D9A-B458-17A6F25FC5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36FF737D-5C24-4CFB-AC90-7CAA71CCC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9F2CC475-46DE-40F1-8D24-494352F9B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94A11584-6B6C-4F9B-A379-2F8AEEFE2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FF21F17B-ACA1-4F1C-B89D-8A8663938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68308D72-A7DF-474E-BACE-C80A9E7DCC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grpSp>
      <p:sp>
        <p:nvSpPr>
          <p:cNvPr id="5" name="Oval 4">
            <a:extLst>
              <a:ext uri="{FF2B5EF4-FFF2-40B4-BE49-F238E27FC236}">
                <a16:creationId xmlns:a16="http://schemas.microsoft.com/office/drawing/2014/main" id="{7A18D6FC-0018-42A7-84FB-A5514058F2B1}"/>
              </a:ext>
            </a:extLst>
          </p:cNvPr>
          <p:cNvSpPr/>
          <p:nvPr/>
        </p:nvSpPr>
        <p:spPr>
          <a:xfrm>
            <a:off x="6940566" y="2954577"/>
            <a:ext cx="1258987" cy="1234912"/>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4B8749B-8760-4911-A19E-F751D7D7676A}"/>
              </a:ext>
            </a:extLst>
          </p:cNvPr>
          <p:cNvSpPr/>
          <p:nvPr/>
        </p:nvSpPr>
        <p:spPr>
          <a:xfrm>
            <a:off x="7177959" y="3169268"/>
            <a:ext cx="795146" cy="80552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E70FC30-092E-AC24-BDCB-C45B578CC524}"/>
              </a:ext>
            </a:extLst>
          </p:cNvPr>
          <p:cNvSpPr/>
          <p:nvPr/>
        </p:nvSpPr>
        <p:spPr>
          <a:xfrm>
            <a:off x="7790688" y="1885518"/>
            <a:ext cx="3779110" cy="2921108"/>
          </a:xfrm>
          <a:prstGeom prst="rect">
            <a:avLst/>
          </a:prstGeom>
          <a:ln w="28575">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pic>
        <p:nvPicPr>
          <p:cNvPr id="1026" name="Picture 2" descr="Vedere spre Timpuri Noi - Bulevardul Gheorghe Șincai - Bucurestiul meu drag">
            <a:extLst>
              <a:ext uri="{FF2B5EF4-FFF2-40B4-BE49-F238E27FC236}">
                <a16:creationId xmlns:a16="http://schemas.microsoft.com/office/drawing/2014/main" id="{EED058B1-2FB3-FD84-5D25-70AD04751D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5492" y="1920370"/>
            <a:ext cx="3708409" cy="2852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08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C207E-C461-4CC8-9FAF-290391632FB5}"/>
              </a:ext>
            </a:extLst>
          </p:cNvPr>
          <p:cNvSpPr>
            <a:spLocks noGrp="1"/>
          </p:cNvSpPr>
          <p:nvPr>
            <p:ph type="title"/>
          </p:nvPr>
        </p:nvSpPr>
        <p:spPr>
          <a:xfrm>
            <a:off x="317085" y="391227"/>
            <a:ext cx="5314250" cy="995915"/>
          </a:xfrm>
        </p:spPr>
        <p:txBody>
          <a:bodyPr>
            <a:normAutofit fontScale="90000"/>
          </a:bodyPr>
          <a:lstStyle/>
          <a:p>
            <a:r>
              <a:rPr lang="en-US" sz="3600"/>
              <a:t>     </a:t>
            </a:r>
            <a:r>
              <a:rPr lang="en-US" sz="3200" err="1"/>
              <a:t>Diagrama</a:t>
            </a:r>
            <a:br>
              <a:rPr lang="en-US" sz="3200"/>
            </a:br>
            <a:r>
              <a:rPr lang="en-US" sz="3200"/>
              <a:t>	 ERD</a:t>
            </a:r>
          </a:p>
        </p:txBody>
      </p:sp>
      <p:sp>
        <p:nvSpPr>
          <p:cNvPr id="3" name="Content Placeholder 2">
            <a:extLst>
              <a:ext uri="{FF2B5EF4-FFF2-40B4-BE49-F238E27FC236}">
                <a16:creationId xmlns:a16="http://schemas.microsoft.com/office/drawing/2014/main" id="{4ABA2763-D5EF-4C5B-9404-2A2368B00190}"/>
              </a:ext>
            </a:extLst>
          </p:cNvPr>
          <p:cNvSpPr>
            <a:spLocks noGrp="1"/>
          </p:cNvSpPr>
          <p:nvPr>
            <p:ph idx="1"/>
          </p:nvPr>
        </p:nvSpPr>
        <p:spPr/>
        <p:txBody>
          <a:bodyPr/>
          <a:lstStyle/>
          <a:p>
            <a:pPr marL="0" indent="0">
              <a:buNone/>
            </a:pPr>
            <a:r>
              <a:rPr lang="en-US"/>
              <a:t>   </a:t>
            </a:r>
          </a:p>
        </p:txBody>
      </p:sp>
      <p:cxnSp>
        <p:nvCxnSpPr>
          <p:cNvPr id="26" name="Straight Connector 25">
            <a:extLst>
              <a:ext uri="{FF2B5EF4-FFF2-40B4-BE49-F238E27FC236}">
                <a16:creationId xmlns:a16="http://schemas.microsoft.com/office/drawing/2014/main" id="{5DAA1DC4-EB92-4230-A201-AF3FE64311CF}"/>
              </a:ext>
            </a:extLst>
          </p:cNvPr>
          <p:cNvCxnSpPr>
            <a:cxnSpLocks/>
          </p:cNvCxnSpPr>
          <p:nvPr/>
        </p:nvCxnSpPr>
        <p:spPr>
          <a:xfrm flipH="1">
            <a:off x="9158430" y="268424"/>
            <a:ext cx="324000" cy="468000"/>
          </a:xfrm>
          <a:prstGeom prst="line">
            <a:avLst/>
          </a:prstGeom>
          <a:ln w="38100"/>
        </p:spPr>
        <p:style>
          <a:lnRef idx="3">
            <a:schemeClr val="dk1"/>
          </a:lnRef>
          <a:fillRef idx="0">
            <a:schemeClr val="dk1"/>
          </a:fillRef>
          <a:effectRef idx="2">
            <a:schemeClr val="dk1"/>
          </a:effectRef>
          <a:fontRef idx="minor">
            <a:schemeClr val="tx1"/>
          </a:fontRef>
        </p:style>
      </p:cxnSp>
      <p:sp>
        <p:nvSpPr>
          <p:cNvPr id="12" name="Oval 11">
            <a:extLst>
              <a:ext uri="{FF2B5EF4-FFF2-40B4-BE49-F238E27FC236}">
                <a16:creationId xmlns:a16="http://schemas.microsoft.com/office/drawing/2014/main" id="{7759E728-A995-445B-9965-FEDD2701F0C6}"/>
              </a:ext>
            </a:extLst>
          </p:cNvPr>
          <p:cNvSpPr/>
          <p:nvPr/>
        </p:nvSpPr>
        <p:spPr>
          <a:xfrm>
            <a:off x="11720225" y="998105"/>
            <a:ext cx="317804" cy="324320"/>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AB0D784B-08F3-4B6F-9D49-F94BAA20981A}"/>
              </a:ext>
            </a:extLst>
          </p:cNvPr>
          <p:cNvCxnSpPr>
            <a:cxnSpLocks/>
          </p:cNvCxnSpPr>
          <p:nvPr/>
        </p:nvCxnSpPr>
        <p:spPr>
          <a:xfrm flipH="1">
            <a:off x="9864762" y="259578"/>
            <a:ext cx="324000" cy="468000"/>
          </a:xfrm>
          <a:prstGeom prst="line">
            <a:avLst/>
          </a:prstGeom>
          <a:ln w="38100"/>
        </p:spPr>
        <p:style>
          <a:lnRef idx="3">
            <a:schemeClr val="dk1"/>
          </a:lnRef>
          <a:fillRef idx="0">
            <a:schemeClr val="dk1"/>
          </a:fillRef>
          <a:effectRef idx="2">
            <a:schemeClr val="dk1"/>
          </a:effectRef>
          <a:fontRef idx="minor">
            <a:schemeClr val="tx1"/>
          </a:fontRef>
        </p:style>
      </p:cxnSp>
      <p:cxnSp>
        <p:nvCxnSpPr>
          <p:cNvPr id="29" name="Straight Connector 28">
            <a:extLst>
              <a:ext uri="{FF2B5EF4-FFF2-40B4-BE49-F238E27FC236}">
                <a16:creationId xmlns:a16="http://schemas.microsoft.com/office/drawing/2014/main" id="{23BA7C84-CA5C-4222-9C46-9F583A8E778D}"/>
              </a:ext>
            </a:extLst>
          </p:cNvPr>
          <p:cNvCxnSpPr>
            <a:cxnSpLocks/>
          </p:cNvCxnSpPr>
          <p:nvPr/>
        </p:nvCxnSpPr>
        <p:spPr>
          <a:xfrm flipH="1">
            <a:off x="9683196" y="259578"/>
            <a:ext cx="324000" cy="468000"/>
          </a:xfrm>
          <a:prstGeom prst="line">
            <a:avLst/>
          </a:prstGeom>
          <a:ln w="38100"/>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2507273A-2E02-4464-87E1-5FFBAA8C07D6}"/>
              </a:ext>
            </a:extLst>
          </p:cNvPr>
          <p:cNvCxnSpPr>
            <a:cxnSpLocks/>
          </p:cNvCxnSpPr>
          <p:nvPr/>
        </p:nvCxnSpPr>
        <p:spPr>
          <a:xfrm flipH="1">
            <a:off x="9511596" y="268424"/>
            <a:ext cx="324000" cy="468000"/>
          </a:xfrm>
          <a:prstGeom prst="line">
            <a:avLst/>
          </a:prstGeom>
          <a:ln w="38100"/>
        </p:spPr>
        <p:style>
          <a:lnRef idx="3">
            <a:schemeClr val="dk1"/>
          </a:lnRef>
          <a:fillRef idx="0">
            <a:schemeClr val="dk1"/>
          </a:fillRef>
          <a:effectRef idx="2">
            <a:schemeClr val="dk1"/>
          </a:effectRef>
          <a:fontRef idx="minor">
            <a:schemeClr val="tx1"/>
          </a:fontRef>
        </p:style>
      </p:cxnSp>
      <p:cxnSp>
        <p:nvCxnSpPr>
          <p:cNvPr id="31" name="Straight Connector 30">
            <a:extLst>
              <a:ext uri="{FF2B5EF4-FFF2-40B4-BE49-F238E27FC236}">
                <a16:creationId xmlns:a16="http://schemas.microsoft.com/office/drawing/2014/main" id="{52A6C9AA-7766-4D13-803F-6223CE88852F}"/>
              </a:ext>
            </a:extLst>
          </p:cNvPr>
          <p:cNvCxnSpPr>
            <a:cxnSpLocks/>
          </p:cNvCxnSpPr>
          <p:nvPr/>
        </p:nvCxnSpPr>
        <p:spPr>
          <a:xfrm flipH="1">
            <a:off x="9339996" y="258540"/>
            <a:ext cx="324000" cy="468000"/>
          </a:xfrm>
          <a:prstGeom prst="line">
            <a:avLst/>
          </a:prstGeom>
          <a:ln w="38100"/>
        </p:spPr>
        <p:style>
          <a:lnRef idx="3">
            <a:schemeClr val="dk1"/>
          </a:lnRef>
          <a:fillRef idx="0">
            <a:schemeClr val="dk1"/>
          </a:fillRef>
          <a:effectRef idx="2">
            <a:schemeClr val="dk1"/>
          </a:effectRef>
          <a:fontRef idx="minor">
            <a:schemeClr val="tx1"/>
          </a:fontRef>
        </p:style>
      </p:cxnSp>
      <p:pic>
        <p:nvPicPr>
          <p:cNvPr id="6" name="Picture 5">
            <a:extLst>
              <a:ext uri="{FF2B5EF4-FFF2-40B4-BE49-F238E27FC236}">
                <a16:creationId xmlns:a16="http://schemas.microsoft.com/office/drawing/2014/main" id="{A2671B8A-98B6-49AC-D814-6069A888C1A6}"/>
              </a:ext>
            </a:extLst>
          </p:cNvPr>
          <p:cNvPicPr>
            <a:picLocks noChangeAspect="1"/>
          </p:cNvPicPr>
          <p:nvPr/>
        </p:nvPicPr>
        <p:blipFill>
          <a:blip r:embed="rId2"/>
          <a:stretch>
            <a:fillRect/>
          </a:stretch>
        </p:blipFill>
        <p:spPr>
          <a:xfrm>
            <a:off x="2709570" y="148458"/>
            <a:ext cx="6342380" cy="6561083"/>
          </a:xfrm>
          <a:prstGeom prst="rect">
            <a:avLst/>
          </a:prstGeom>
        </p:spPr>
      </p:pic>
      <p:pic>
        <p:nvPicPr>
          <p:cNvPr id="4" name="Picture 3" descr="City landscape. Line urban backdrop. Skyline with clouds, different buildings on street, doodle street draw, outline cityscape hand sketch, flat houses. Outline graphic. Vector background">
            <a:extLst>
              <a:ext uri="{FF2B5EF4-FFF2-40B4-BE49-F238E27FC236}">
                <a16:creationId xmlns:a16="http://schemas.microsoft.com/office/drawing/2014/main" id="{FEDC04CD-6A4D-54C2-9720-1AB37DD48BA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11341" y="4668016"/>
            <a:ext cx="4326688" cy="1298102"/>
          </a:xfrm>
          <a:prstGeom prst="rect">
            <a:avLst/>
          </a:prstGeom>
          <a:noFill/>
          <a:ln>
            <a:noFill/>
          </a:ln>
        </p:spPr>
      </p:pic>
    </p:spTree>
    <p:extLst>
      <p:ext uri="{BB962C8B-B14F-4D97-AF65-F5344CB8AC3E}">
        <p14:creationId xmlns:p14="http://schemas.microsoft.com/office/powerpoint/2010/main" val="586057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0" name="Rectangle 13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4535AE-54DC-4E96-9D75-C27D3FF6A83E}"/>
              </a:ext>
            </a:extLst>
          </p:cNvPr>
          <p:cNvSpPr>
            <a:spLocks noGrp="1"/>
          </p:cNvSpPr>
          <p:nvPr>
            <p:ph type="title"/>
          </p:nvPr>
        </p:nvSpPr>
        <p:spPr>
          <a:xfrm>
            <a:off x="2689772" y="221119"/>
            <a:ext cx="4766381" cy="840205"/>
          </a:xfrm>
        </p:spPr>
        <p:txBody>
          <a:bodyPr anchor="b">
            <a:normAutofit/>
          </a:bodyPr>
          <a:lstStyle/>
          <a:p>
            <a:r>
              <a:rPr lang="en-US" sz="4000"/>
              <a:t>   Reguli </a:t>
            </a:r>
            <a:r>
              <a:rPr lang="en-US" sz="4000" err="1"/>
              <a:t>structurale</a:t>
            </a:r>
            <a:endParaRPr lang="en-US" sz="4000"/>
          </a:p>
        </p:txBody>
      </p:sp>
      <p:grpSp>
        <p:nvGrpSpPr>
          <p:cNvPr id="4101" name="Graphic 38">
            <a:extLst>
              <a:ext uri="{FF2B5EF4-FFF2-40B4-BE49-F238E27FC236}">
                <a16:creationId xmlns:a16="http://schemas.microsoft.com/office/drawing/2014/main" id="{3CC7AA9C-C2F2-4084-9DA2-10496BF4B2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0888" y="1448890"/>
            <a:ext cx="1910252" cy="709660"/>
            <a:chOff x="2267504" y="2540250"/>
            <a:chExt cx="1990951" cy="739640"/>
          </a:xfrm>
          <a:solidFill>
            <a:schemeClr val="tx1"/>
          </a:solidFill>
        </p:grpSpPr>
        <p:sp>
          <p:nvSpPr>
            <p:cNvPr id="138" name="Freeform: Shape 137">
              <a:extLst>
                <a:ext uri="{FF2B5EF4-FFF2-40B4-BE49-F238E27FC236}">
                  <a16:creationId xmlns:a16="http://schemas.microsoft.com/office/drawing/2014/main" id="{06B230D1-A85F-4C7D-AE8A-7E30FA1E1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2" name="Freeform: Shape 138">
              <a:extLst>
                <a:ext uri="{FF2B5EF4-FFF2-40B4-BE49-F238E27FC236}">
                  <a16:creationId xmlns:a16="http://schemas.microsoft.com/office/drawing/2014/main" id="{B37842DD-6004-4ED8-AEF6-E6E38A4DA8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grpSp>
        <p:nvGrpSpPr>
          <p:cNvPr id="4103" name="Group 140">
            <a:extLst>
              <a:ext uri="{FF2B5EF4-FFF2-40B4-BE49-F238E27FC236}">
                <a16:creationId xmlns:a16="http://schemas.microsoft.com/office/drawing/2014/main" id="{332ED93E-F1F1-46BF-B18E-134CB31A2F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3" y="4864099"/>
            <a:ext cx="2085971" cy="1993901"/>
            <a:chOff x="3121343" y="4864099"/>
            <a:chExt cx="2085971" cy="1993901"/>
          </a:xfrm>
          <a:solidFill>
            <a:schemeClr val="tx1"/>
          </a:solidFill>
        </p:grpSpPr>
        <p:sp>
          <p:nvSpPr>
            <p:cNvPr id="142" name="Freeform: Shape 141">
              <a:extLst>
                <a:ext uri="{FF2B5EF4-FFF2-40B4-BE49-F238E27FC236}">
                  <a16:creationId xmlns:a16="http://schemas.microsoft.com/office/drawing/2014/main" id="{88ADD0EB-6B6C-435F-A36D-DAF69F1D2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4" name="Freeform: Shape 142">
              <a:extLst>
                <a:ext uri="{FF2B5EF4-FFF2-40B4-BE49-F238E27FC236}">
                  <a16:creationId xmlns:a16="http://schemas.microsoft.com/office/drawing/2014/main" id="{577B89E7-9C9A-47AD-B18E-3236F45C5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44" name="Freeform: Shape 143">
              <a:extLst>
                <a:ext uri="{FF2B5EF4-FFF2-40B4-BE49-F238E27FC236}">
                  <a16:creationId xmlns:a16="http://schemas.microsoft.com/office/drawing/2014/main" id="{20BE6390-943A-4781-973F-8FDBE0F16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5" name="Freeform: Shape 144">
              <a:extLst>
                <a:ext uri="{FF2B5EF4-FFF2-40B4-BE49-F238E27FC236}">
                  <a16:creationId xmlns:a16="http://schemas.microsoft.com/office/drawing/2014/main" id="{7BA70C61-9271-43B4-859C-21D0C45E7D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46" name="Freeform: Shape 145">
              <a:extLst>
                <a:ext uri="{FF2B5EF4-FFF2-40B4-BE49-F238E27FC236}">
                  <a16:creationId xmlns:a16="http://schemas.microsoft.com/office/drawing/2014/main" id="{11930234-4E48-42E8-94C4-10EB33536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6" name="Freeform: Shape 146">
              <a:extLst>
                <a:ext uri="{FF2B5EF4-FFF2-40B4-BE49-F238E27FC236}">
                  <a16:creationId xmlns:a16="http://schemas.microsoft.com/office/drawing/2014/main" id="{F58BF244-D3E0-4434-AF8F-D3DAE9CA5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48" name="Freeform: Shape 147">
              <a:extLst>
                <a:ext uri="{FF2B5EF4-FFF2-40B4-BE49-F238E27FC236}">
                  <a16:creationId xmlns:a16="http://schemas.microsoft.com/office/drawing/2014/main" id="{87CD605C-BB14-40E3-9DC2-97FD8B5F7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7" name="Freeform: Shape 148">
              <a:extLst>
                <a:ext uri="{FF2B5EF4-FFF2-40B4-BE49-F238E27FC236}">
                  <a16:creationId xmlns:a16="http://schemas.microsoft.com/office/drawing/2014/main" id="{6578A481-26C9-46DA-8395-2CE5CEDD2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8" name="Freeform: Shape 149">
              <a:extLst>
                <a:ext uri="{FF2B5EF4-FFF2-40B4-BE49-F238E27FC236}">
                  <a16:creationId xmlns:a16="http://schemas.microsoft.com/office/drawing/2014/main" id="{14F9F061-747F-4F62-9E1E-63A9C3432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9" name="Freeform: Shape 150">
              <a:extLst>
                <a:ext uri="{FF2B5EF4-FFF2-40B4-BE49-F238E27FC236}">
                  <a16:creationId xmlns:a16="http://schemas.microsoft.com/office/drawing/2014/main" id="{B62560A9-6C17-42CF-B426-CA707D2DC7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10" name="Freeform: Shape 151">
              <a:extLst>
                <a:ext uri="{FF2B5EF4-FFF2-40B4-BE49-F238E27FC236}">
                  <a16:creationId xmlns:a16="http://schemas.microsoft.com/office/drawing/2014/main" id="{E4DCEABC-85D3-4F63-889B-FA698C7B56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11" name="Freeform: Shape 152">
              <a:extLst>
                <a:ext uri="{FF2B5EF4-FFF2-40B4-BE49-F238E27FC236}">
                  <a16:creationId xmlns:a16="http://schemas.microsoft.com/office/drawing/2014/main" id="{F5F42E8C-AC6F-4951-83C9-179D824B1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12" name="Freeform: Shape 153">
              <a:extLst>
                <a:ext uri="{FF2B5EF4-FFF2-40B4-BE49-F238E27FC236}">
                  <a16:creationId xmlns:a16="http://schemas.microsoft.com/office/drawing/2014/main" id="{71E7EC34-DE0F-47D9-B3B2-C4AA686E97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Content Placeholder 2">
            <a:extLst>
              <a:ext uri="{FF2B5EF4-FFF2-40B4-BE49-F238E27FC236}">
                <a16:creationId xmlns:a16="http://schemas.microsoft.com/office/drawing/2014/main" id="{34FCEB2F-D22C-4218-AA7D-814C8377ECBE}"/>
              </a:ext>
            </a:extLst>
          </p:cNvPr>
          <p:cNvSpPr>
            <a:spLocks noGrp="1"/>
          </p:cNvSpPr>
          <p:nvPr>
            <p:ph idx="1"/>
          </p:nvPr>
        </p:nvSpPr>
        <p:spPr>
          <a:xfrm>
            <a:off x="6234868" y="1925665"/>
            <a:ext cx="5217173" cy="4608927"/>
          </a:xfrm>
        </p:spPr>
        <p:txBody>
          <a:bodyPr>
            <a:normAutofit/>
          </a:bodyPr>
          <a:lstStyle/>
          <a:p>
            <a:pPr marL="0" indent="0" algn="just">
              <a:lnSpc>
                <a:spcPct val="107000"/>
              </a:lnSpc>
              <a:spcAft>
                <a:spcPts val="800"/>
              </a:spcAft>
              <a:buNone/>
            </a:pPr>
            <a:r>
              <a:rPr lang="en-US" sz="1800">
                <a:solidFill>
                  <a:srgbClr val="252525"/>
                </a:solidFill>
                <a:effectLst/>
                <a:ea typeface="Times New Roman" panose="02020603050405020304" pitchFamily="18" charset="0"/>
                <a:cs typeface="Times New Roman" panose="02020603050405020304" pitchFamily="18" charset="0"/>
              </a:rPr>
              <a:t>   </a:t>
            </a:r>
            <a:endParaRPr lang="en-US" sz="1800">
              <a:effectLst/>
              <a:ea typeface="Times New Roman" panose="02020603050405020304" pitchFamily="18" charset="0"/>
              <a:cs typeface="Times New Roman" panose="02020603050405020304" pitchFamily="18" charset="0"/>
            </a:endParaRPr>
          </a:p>
          <a:p>
            <a:pPr marL="0" indent="0">
              <a:lnSpc>
                <a:spcPct val="100000"/>
              </a:lnSpc>
              <a:buNone/>
            </a:pPr>
            <a:endParaRPr lang="en-US" sz="1500"/>
          </a:p>
        </p:txBody>
      </p:sp>
      <p:sp>
        <p:nvSpPr>
          <p:cNvPr id="6" name="Oval 5">
            <a:extLst>
              <a:ext uri="{FF2B5EF4-FFF2-40B4-BE49-F238E27FC236}">
                <a16:creationId xmlns:a16="http://schemas.microsoft.com/office/drawing/2014/main" id="{7B49144F-733F-4985-9962-2A2D6EE54B62}"/>
              </a:ext>
            </a:extLst>
          </p:cNvPr>
          <p:cNvSpPr/>
          <p:nvPr/>
        </p:nvSpPr>
        <p:spPr>
          <a:xfrm>
            <a:off x="10152668" y="501535"/>
            <a:ext cx="1299372" cy="1287606"/>
          </a:xfrm>
          <a:prstGeom prst="ellipse">
            <a:avLst/>
          </a:prstGeom>
          <a:solidFill>
            <a:schemeClr val="accent1">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E898724-C682-48DA-ACDE-313EAE20A5EB}"/>
              </a:ext>
            </a:extLst>
          </p:cNvPr>
          <p:cNvSpPr/>
          <p:nvPr/>
        </p:nvSpPr>
        <p:spPr>
          <a:xfrm>
            <a:off x="10375409" y="717311"/>
            <a:ext cx="853889" cy="856053"/>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C98EA2C-2C15-417F-AED2-D9B5EBFF339D}"/>
              </a:ext>
            </a:extLst>
          </p:cNvPr>
          <p:cNvSpPr/>
          <p:nvPr/>
        </p:nvSpPr>
        <p:spPr>
          <a:xfrm>
            <a:off x="2466052" y="519348"/>
            <a:ext cx="386499" cy="395926"/>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EACDAA67-E296-4E8B-A7EF-8DED9D5E33F5}"/>
              </a:ext>
            </a:extLst>
          </p:cNvPr>
          <p:cNvSpPr/>
          <p:nvPr/>
        </p:nvSpPr>
        <p:spPr>
          <a:xfrm>
            <a:off x="536332" y="2676894"/>
            <a:ext cx="386499" cy="395926"/>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B6D60E98-D942-4996-B6DC-86381F231BB0}"/>
              </a:ext>
            </a:extLst>
          </p:cNvPr>
          <p:cNvSpPr/>
          <p:nvPr/>
        </p:nvSpPr>
        <p:spPr>
          <a:xfrm>
            <a:off x="4802021" y="4540850"/>
            <a:ext cx="386499" cy="395926"/>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2F99EE86-2752-00F6-71F9-F97F031AD05B}"/>
              </a:ext>
            </a:extLst>
          </p:cNvPr>
          <p:cNvGraphicFramePr>
            <a:graphicFrameLocks noGrp="1"/>
          </p:cNvGraphicFramePr>
          <p:nvPr>
            <p:extLst>
              <p:ext uri="{D42A27DB-BD31-4B8C-83A1-F6EECF244321}">
                <p14:modId xmlns:p14="http://schemas.microsoft.com/office/powerpoint/2010/main" val="3864483761"/>
              </p:ext>
            </p:extLst>
          </p:nvPr>
        </p:nvGraphicFramePr>
        <p:xfrm>
          <a:off x="739959" y="1681245"/>
          <a:ext cx="11013128" cy="4599887"/>
        </p:xfrm>
        <a:graphic>
          <a:graphicData uri="http://schemas.openxmlformats.org/drawingml/2006/table">
            <a:tbl>
              <a:tblPr firstRow="1" bandRow="1">
                <a:tableStyleId>{5C22544A-7EE6-4342-B048-85BDC9FD1C3A}</a:tableStyleId>
              </a:tblPr>
              <a:tblGrid>
                <a:gridCol w="3616648">
                  <a:extLst>
                    <a:ext uri="{9D8B030D-6E8A-4147-A177-3AD203B41FA5}">
                      <a16:colId xmlns:a16="http://schemas.microsoft.com/office/drawing/2014/main" val="2646396014"/>
                    </a:ext>
                  </a:extLst>
                </a:gridCol>
                <a:gridCol w="2218944">
                  <a:extLst>
                    <a:ext uri="{9D8B030D-6E8A-4147-A177-3AD203B41FA5}">
                      <a16:colId xmlns:a16="http://schemas.microsoft.com/office/drawing/2014/main" val="3298203876"/>
                    </a:ext>
                  </a:extLst>
                </a:gridCol>
                <a:gridCol w="5177536">
                  <a:extLst>
                    <a:ext uri="{9D8B030D-6E8A-4147-A177-3AD203B41FA5}">
                      <a16:colId xmlns:a16="http://schemas.microsoft.com/office/drawing/2014/main" val="1538960353"/>
                    </a:ext>
                  </a:extLst>
                </a:gridCol>
              </a:tblGrid>
              <a:tr h="454607">
                <a:tc>
                  <a:txBody>
                    <a:bodyPr/>
                    <a:lstStyle/>
                    <a:p>
                      <a:r>
                        <a:rPr lang="ro-RO" sz="1800" b="1" kern="1200">
                          <a:solidFill>
                            <a:schemeClr val="lt1"/>
                          </a:solidFill>
                          <a:effectLst/>
                          <a:latin typeface="+mn-lt"/>
                          <a:ea typeface="+mn-ea"/>
                          <a:cs typeface="+mn-cs"/>
                        </a:rPr>
                        <a:t>Entități </a:t>
                      </a:r>
                      <a:endParaRPr lang="en-GB" sz="1800" b="1" kern="1200">
                        <a:solidFill>
                          <a:schemeClr val="lt1"/>
                        </a:solidFill>
                        <a:effectLst/>
                        <a:latin typeface="+mn-lt"/>
                        <a:ea typeface="+mn-ea"/>
                        <a:cs typeface="+mn-cs"/>
                      </a:endParaRPr>
                    </a:p>
                  </a:txBody>
                  <a:tcPr/>
                </a:tc>
                <a:tc>
                  <a:txBody>
                    <a:bodyPr/>
                    <a:lstStyle/>
                    <a:p>
                      <a:r>
                        <a:rPr lang="en-GB"/>
                        <a:t>Tip </a:t>
                      </a:r>
                      <a:r>
                        <a:rPr lang="en-GB" err="1"/>
                        <a:t>rela</a:t>
                      </a:r>
                      <a:r>
                        <a:rPr lang="ro-RO" sz="1800" b="1" kern="1200">
                          <a:solidFill>
                            <a:schemeClr val="lt1"/>
                          </a:solidFill>
                          <a:effectLst/>
                          <a:latin typeface="+mn-lt"/>
                          <a:ea typeface="+mn-ea"/>
                          <a:cs typeface="+mn-cs"/>
                        </a:rPr>
                        <a:t>ț</a:t>
                      </a:r>
                      <a:r>
                        <a:rPr lang="en-GB" err="1"/>
                        <a:t>ie</a:t>
                      </a:r>
                      <a:r>
                        <a:rPr lang="en-GB"/>
                        <a:t> </a:t>
                      </a:r>
                    </a:p>
                  </a:txBody>
                  <a:tcPr/>
                </a:tc>
                <a:tc>
                  <a:txBody>
                    <a:bodyPr/>
                    <a:lstStyle/>
                    <a:p>
                      <a:r>
                        <a:rPr lang="en-GB"/>
                        <a:t>Rela</a:t>
                      </a:r>
                      <a:r>
                        <a:rPr lang="ro-RO" sz="1800" b="1" kern="1200">
                          <a:solidFill>
                            <a:schemeClr val="lt1"/>
                          </a:solidFill>
                          <a:effectLst/>
                          <a:latin typeface="+mn-lt"/>
                          <a:ea typeface="+mn-ea"/>
                          <a:cs typeface="+mn-cs"/>
                        </a:rPr>
                        <a:t>ț</a:t>
                      </a:r>
                      <a:r>
                        <a:rPr lang="en-GB"/>
                        <a:t>ii</a:t>
                      </a:r>
                    </a:p>
                  </a:txBody>
                  <a:tcPr/>
                </a:tc>
                <a:extLst>
                  <a:ext uri="{0D108BD9-81ED-4DB2-BD59-A6C34878D82A}">
                    <a16:rowId xmlns:a16="http://schemas.microsoft.com/office/drawing/2014/main" val="3636803348"/>
                  </a:ext>
                </a:extLst>
              </a:tr>
              <a:tr h="452360">
                <a:tc>
                  <a:txBody>
                    <a:bodyPr/>
                    <a:lstStyle/>
                    <a:p>
                      <a:pPr algn="ctr"/>
                      <a:r>
                        <a:rPr lang="en-GB" sz="1600"/>
                        <a:t>SEMAFOR – TRECERE_MASINA</a:t>
                      </a:r>
                    </a:p>
                  </a:txBody>
                  <a:tcPr/>
                </a:tc>
                <a:tc>
                  <a:txBody>
                    <a:bodyPr/>
                    <a:lstStyle/>
                    <a:p>
                      <a:pPr algn="ctr"/>
                      <a:r>
                        <a:rPr lang="en-GB" sz="1600"/>
                        <a:t>ONE TO MANY</a:t>
                      </a:r>
                    </a:p>
                  </a:txBody>
                  <a:tcPr/>
                </a:tc>
                <a:tc>
                  <a:txBody>
                    <a:bodyPr/>
                    <a:lstStyle/>
                    <a:p>
                      <a:r>
                        <a:rPr lang="en-GB" sz="1400"/>
                        <a:t>La un semafor </a:t>
                      </a:r>
                      <a:r>
                        <a:rPr lang="en-GB" sz="1400" err="1"/>
                        <a:t>stau</a:t>
                      </a:r>
                      <a:r>
                        <a:rPr lang="en-GB" sz="1400"/>
                        <a:t> pe loc </a:t>
                      </a:r>
                      <a:r>
                        <a:rPr lang="en-GB" sz="1400" err="1"/>
                        <a:t>mai</a:t>
                      </a:r>
                      <a:r>
                        <a:rPr lang="en-GB" sz="1400"/>
                        <a:t> multe masini. Mai multe masini </a:t>
                      </a:r>
                      <a:r>
                        <a:rPr lang="en-GB" sz="1400" err="1"/>
                        <a:t>stau</a:t>
                      </a:r>
                      <a:r>
                        <a:rPr lang="en-GB" sz="1400"/>
                        <a:t> pe la loc la un semafor. </a:t>
                      </a:r>
                    </a:p>
                  </a:txBody>
                  <a:tcPr/>
                </a:tc>
                <a:extLst>
                  <a:ext uri="{0D108BD9-81ED-4DB2-BD59-A6C34878D82A}">
                    <a16:rowId xmlns:a16="http://schemas.microsoft.com/office/drawing/2014/main" val="2849716786"/>
                  </a:ext>
                </a:extLst>
              </a:tr>
              <a:tr h="452360">
                <a:tc>
                  <a:txBody>
                    <a:bodyPr/>
                    <a:lstStyle/>
                    <a:p>
                      <a:pPr algn="ctr"/>
                      <a:r>
                        <a:rPr lang="en-GB" sz="1600"/>
                        <a:t>SEMAFOR – TRECERE_TRAMVAI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a:t>ONE TO MANY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t>La un semafor </a:t>
                      </a:r>
                      <a:r>
                        <a:rPr lang="en-GB" sz="1400" err="1"/>
                        <a:t>stau</a:t>
                      </a:r>
                      <a:r>
                        <a:rPr lang="en-GB" sz="1400"/>
                        <a:t> pe loc </a:t>
                      </a:r>
                      <a:r>
                        <a:rPr lang="en-GB" sz="1400" err="1"/>
                        <a:t>mai</a:t>
                      </a:r>
                      <a:r>
                        <a:rPr lang="en-GB" sz="1400"/>
                        <a:t> multe </a:t>
                      </a:r>
                      <a:r>
                        <a:rPr lang="en-GB" sz="1400" err="1"/>
                        <a:t>tramvaie</a:t>
                      </a:r>
                      <a:r>
                        <a:rPr lang="en-GB" sz="1400"/>
                        <a:t>. Mai multe </a:t>
                      </a:r>
                      <a:r>
                        <a:rPr lang="en-GB" sz="1400" err="1"/>
                        <a:t>tramvaie</a:t>
                      </a:r>
                      <a:r>
                        <a:rPr lang="en-GB" sz="1400"/>
                        <a:t> </a:t>
                      </a:r>
                      <a:r>
                        <a:rPr lang="en-GB" sz="1400" err="1"/>
                        <a:t>stau</a:t>
                      </a:r>
                      <a:r>
                        <a:rPr lang="en-GB" sz="1400"/>
                        <a:t> pe la loc la un </a:t>
                      </a:r>
                      <a:r>
                        <a:rPr lang="en-GB" sz="1400" err="1"/>
                        <a:t>singur</a:t>
                      </a:r>
                      <a:r>
                        <a:rPr lang="en-GB" sz="1400"/>
                        <a:t> semafor. </a:t>
                      </a:r>
                    </a:p>
                  </a:txBody>
                  <a:tcPr/>
                </a:tc>
                <a:extLst>
                  <a:ext uri="{0D108BD9-81ED-4DB2-BD59-A6C34878D82A}">
                    <a16:rowId xmlns:a16="http://schemas.microsoft.com/office/drawing/2014/main" val="2563672426"/>
                  </a:ext>
                </a:extLst>
              </a:tr>
              <a:tr h="452360">
                <a:tc>
                  <a:txBody>
                    <a:bodyPr/>
                    <a:lstStyle/>
                    <a:p>
                      <a:pPr algn="ctr"/>
                      <a:r>
                        <a:rPr lang="en-GB" sz="1600"/>
                        <a:t>SEMAFOR – TRECERE_AUTOBUZ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a:t>ONE TO MANY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t>La un semafor </a:t>
                      </a:r>
                      <a:r>
                        <a:rPr lang="en-GB" sz="1400" err="1"/>
                        <a:t>stau</a:t>
                      </a:r>
                      <a:r>
                        <a:rPr lang="en-GB" sz="1400"/>
                        <a:t> pe loc </a:t>
                      </a:r>
                      <a:r>
                        <a:rPr lang="en-GB" sz="1400" err="1"/>
                        <a:t>mai</a:t>
                      </a:r>
                      <a:r>
                        <a:rPr lang="en-GB" sz="1400"/>
                        <a:t> multe masini. Mai multe masini </a:t>
                      </a:r>
                      <a:r>
                        <a:rPr lang="en-GB" sz="1400" err="1"/>
                        <a:t>stau</a:t>
                      </a:r>
                      <a:r>
                        <a:rPr lang="en-GB" sz="1400"/>
                        <a:t> pe la loc la un semafor.  </a:t>
                      </a:r>
                    </a:p>
                  </a:txBody>
                  <a:tcPr/>
                </a:tc>
                <a:extLst>
                  <a:ext uri="{0D108BD9-81ED-4DB2-BD59-A6C34878D82A}">
                    <a16:rowId xmlns:a16="http://schemas.microsoft.com/office/drawing/2014/main" val="2829028702"/>
                  </a:ext>
                </a:extLst>
              </a:tr>
              <a:tr h="452360">
                <a:tc>
                  <a:txBody>
                    <a:bodyPr/>
                    <a:lstStyle/>
                    <a:p>
                      <a:pPr algn="ctr"/>
                      <a:r>
                        <a:rPr lang="en-GB" sz="1600"/>
                        <a:t>SEMAFOR – TRECERE_PIETONI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a:t>ONE TO MANY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t>La un semafor </a:t>
                      </a:r>
                      <a:r>
                        <a:rPr lang="en-GB" sz="1400" err="1"/>
                        <a:t>stau</a:t>
                      </a:r>
                      <a:r>
                        <a:rPr lang="en-GB" sz="1400"/>
                        <a:t> pe loc </a:t>
                      </a:r>
                      <a:r>
                        <a:rPr lang="en-GB" sz="1400" err="1"/>
                        <a:t>mai</a:t>
                      </a:r>
                      <a:r>
                        <a:rPr lang="en-GB" sz="1400"/>
                        <a:t> multe </a:t>
                      </a:r>
                      <a:r>
                        <a:rPr lang="en-GB" sz="1400" err="1"/>
                        <a:t>tramvaie</a:t>
                      </a:r>
                      <a:r>
                        <a:rPr lang="en-GB" sz="1400"/>
                        <a:t>. Mai multe </a:t>
                      </a:r>
                      <a:r>
                        <a:rPr lang="en-GB" sz="1400" err="1"/>
                        <a:t>tramvaie</a:t>
                      </a:r>
                      <a:r>
                        <a:rPr lang="en-GB" sz="1400"/>
                        <a:t> </a:t>
                      </a:r>
                      <a:r>
                        <a:rPr lang="en-GB" sz="1400" err="1"/>
                        <a:t>stau</a:t>
                      </a:r>
                      <a:r>
                        <a:rPr lang="en-GB" sz="1400"/>
                        <a:t> pe la loc la un </a:t>
                      </a:r>
                      <a:r>
                        <a:rPr lang="en-GB" sz="1400" err="1"/>
                        <a:t>singur</a:t>
                      </a:r>
                      <a:r>
                        <a:rPr lang="en-GB" sz="1400"/>
                        <a:t> semafor. </a:t>
                      </a:r>
                    </a:p>
                  </a:txBody>
                  <a:tcPr/>
                </a:tc>
                <a:extLst>
                  <a:ext uri="{0D108BD9-81ED-4DB2-BD59-A6C34878D82A}">
                    <a16:rowId xmlns:a16="http://schemas.microsoft.com/office/drawing/2014/main" val="1567852999"/>
                  </a:ext>
                </a:extLst>
              </a:tr>
              <a:tr h="452360">
                <a:tc>
                  <a:txBody>
                    <a:bodyPr/>
                    <a:lstStyle/>
                    <a:p>
                      <a:pPr algn="ctr"/>
                      <a:r>
                        <a:rPr lang="en-GB" sz="1600"/>
                        <a:t>SEMAFOR – SCHIMBARE</a:t>
                      </a:r>
                    </a:p>
                  </a:txBody>
                  <a:tcPr/>
                </a:tc>
                <a:tc>
                  <a:txBody>
                    <a:bodyPr/>
                    <a:lstStyle/>
                    <a:p>
                      <a:pPr algn="ctr"/>
                      <a:r>
                        <a:rPr lang="en-GB" sz="1600"/>
                        <a:t>ONE TO MANY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o-RO" sz="1400" kern="1200">
                          <a:solidFill>
                            <a:schemeClr val="dk1"/>
                          </a:solidFill>
                          <a:effectLst/>
                          <a:latin typeface="+mn-lt"/>
                          <a:ea typeface="+mn-ea"/>
                          <a:cs typeface="+mn-cs"/>
                        </a:rPr>
                        <a:t>Un semafor se schimbă de mai multe ori. </a:t>
                      </a:r>
                      <a:r>
                        <a:rPr lang="en-GB" sz="1400" kern="1200" err="1">
                          <a:solidFill>
                            <a:schemeClr val="dk1"/>
                          </a:solidFill>
                          <a:effectLst/>
                          <a:latin typeface="+mn-lt"/>
                          <a:ea typeface="+mn-ea"/>
                          <a:cs typeface="+mn-cs"/>
                        </a:rPr>
                        <a:t>Schimbarea</a:t>
                      </a:r>
                      <a:r>
                        <a:rPr lang="en-GB" sz="1400" kern="1200">
                          <a:solidFill>
                            <a:schemeClr val="dk1"/>
                          </a:solidFill>
                          <a:effectLst/>
                          <a:latin typeface="+mn-lt"/>
                          <a:ea typeface="+mn-ea"/>
                          <a:cs typeface="+mn-cs"/>
                        </a:rPr>
                        <a:t> se </a:t>
                      </a:r>
                      <a:r>
                        <a:rPr lang="ro-RO" sz="1400" kern="1200">
                          <a:solidFill>
                            <a:schemeClr val="dk1"/>
                          </a:solidFill>
                          <a:effectLst/>
                          <a:latin typeface="+mn-lt"/>
                          <a:ea typeface="+mn-ea"/>
                          <a:cs typeface="+mn-cs"/>
                        </a:rPr>
                        <a:t>aplică</a:t>
                      </a:r>
                      <a:r>
                        <a:rPr lang="en-GB" sz="1400" kern="1200">
                          <a:solidFill>
                            <a:schemeClr val="dk1"/>
                          </a:solidFill>
                          <a:effectLst/>
                          <a:latin typeface="+mn-lt"/>
                          <a:ea typeface="+mn-ea"/>
                          <a:cs typeface="+mn-cs"/>
                        </a:rPr>
                        <a:t> de </a:t>
                      </a:r>
                      <a:r>
                        <a:rPr lang="en-GB" sz="1400" kern="1200" err="1">
                          <a:solidFill>
                            <a:schemeClr val="dk1"/>
                          </a:solidFill>
                          <a:effectLst/>
                          <a:latin typeface="+mn-lt"/>
                          <a:ea typeface="+mn-ea"/>
                          <a:cs typeface="+mn-cs"/>
                        </a:rPr>
                        <a:t>mai</a:t>
                      </a:r>
                      <a:r>
                        <a:rPr lang="en-GB" sz="1400" kern="1200">
                          <a:solidFill>
                            <a:schemeClr val="dk1"/>
                          </a:solidFill>
                          <a:effectLst/>
                          <a:latin typeface="+mn-lt"/>
                          <a:ea typeface="+mn-ea"/>
                          <a:cs typeface="+mn-cs"/>
                        </a:rPr>
                        <a:t> multe </a:t>
                      </a:r>
                      <a:r>
                        <a:rPr lang="en-GB" sz="1400" kern="1200" err="1">
                          <a:solidFill>
                            <a:schemeClr val="dk1"/>
                          </a:solidFill>
                          <a:effectLst/>
                          <a:latin typeface="+mn-lt"/>
                          <a:ea typeface="+mn-ea"/>
                          <a:cs typeface="+mn-cs"/>
                        </a:rPr>
                        <a:t>ori</a:t>
                      </a:r>
                      <a:r>
                        <a:rPr lang="en-GB" sz="1400" kern="1200">
                          <a:solidFill>
                            <a:schemeClr val="dk1"/>
                          </a:solidFill>
                          <a:effectLst/>
                          <a:latin typeface="+mn-lt"/>
                          <a:ea typeface="+mn-ea"/>
                          <a:cs typeface="+mn-cs"/>
                        </a:rPr>
                        <a:t> </a:t>
                      </a:r>
                      <a:r>
                        <a:rPr lang="en-GB" sz="1400" kern="1200" err="1">
                          <a:solidFill>
                            <a:schemeClr val="dk1"/>
                          </a:solidFill>
                          <a:effectLst/>
                          <a:latin typeface="+mn-lt"/>
                          <a:ea typeface="+mn-ea"/>
                          <a:cs typeface="+mn-cs"/>
                        </a:rPr>
                        <a:t>unui</a:t>
                      </a:r>
                      <a:r>
                        <a:rPr lang="en-GB" sz="1400" kern="1200">
                          <a:solidFill>
                            <a:schemeClr val="dk1"/>
                          </a:solidFill>
                          <a:effectLst/>
                          <a:latin typeface="+mn-lt"/>
                          <a:ea typeface="+mn-ea"/>
                          <a:cs typeface="+mn-cs"/>
                        </a:rPr>
                        <a:t> semafor. </a:t>
                      </a:r>
                      <a:endParaRPr lang="en-GB" sz="1800" kern="1200">
                        <a:solidFill>
                          <a:schemeClr val="dk1"/>
                        </a:solidFill>
                        <a:effectLst/>
                        <a:latin typeface="+mn-lt"/>
                        <a:ea typeface="+mn-ea"/>
                        <a:cs typeface="+mn-cs"/>
                      </a:endParaRPr>
                    </a:p>
                  </a:txBody>
                  <a:tcPr/>
                </a:tc>
                <a:extLst>
                  <a:ext uri="{0D108BD9-81ED-4DB2-BD59-A6C34878D82A}">
                    <a16:rowId xmlns:a16="http://schemas.microsoft.com/office/drawing/2014/main" val="1070723604"/>
                  </a:ext>
                </a:extLst>
              </a:tr>
              <a:tr h="452360">
                <a:tc>
                  <a:txBody>
                    <a:bodyPr/>
                    <a:lstStyle/>
                    <a:p>
                      <a:pPr algn="ctr"/>
                      <a:r>
                        <a:rPr lang="en-GB" sz="1600"/>
                        <a:t>TRECERE_MASINA – MASINA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a:t>ONE TO MANY</a:t>
                      </a:r>
                    </a:p>
                  </a:txBody>
                  <a:tcPr/>
                </a:tc>
                <a:tc>
                  <a:txBody>
                    <a:bodyPr/>
                    <a:lstStyle/>
                    <a:p>
                      <a:r>
                        <a:rPr lang="ro-RO" sz="1400" kern="1200">
                          <a:solidFill>
                            <a:schemeClr val="dk1"/>
                          </a:solidFill>
                          <a:effectLst/>
                          <a:latin typeface="+mn-lt"/>
                          <a:ea typeface="+mn-ea"/>
                          <a:cs typeface="+mn-cs"/>
                        </a:rPr>
                        <a:t>O mașină trece de mai multe ori prin intersecție. Prin intersecție mai multe treceri pot fi făcute de aceeași mașină.</a:t>
                      </a:r>
                      <a:endParaRPr lang="en-GB" sz="1400"/>
                    </a:p>
                  </a:txBody>
                  <a:tcPr/>
                </a:tc>
                <a:extLst>
                  <a:ext uri="{0D108BD9-81ED-4DB2-BD59-A6C34878D82A}">
                    <a16:rowId xmlns:a16="http://schemas.microsoft.com/office/drawing/2014/main" val="2971167805"/>
                  </a:ext>
                </a:extLst>
              </a:tr>
              <a:tr h="452360">
                <a:tc>
                  <a:txBody>
                    <a:bodyPr/>
                    <a:lstStyle/>
                    <a:p>
                      <a:pPr algn="ctr"/>
                      <a:r>
                        <a:rPr lang="en-GB" sz="1600"/>
                        <a:t>TRECERE_TRAMVAI – TRAMVAI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a:t>ONE TO MANY</a:t>
                      </a:r>
                    </a:p>
                  </a:txBody>
                  <a:tcPr/>
                </a:tc>
                <a:tc>
                  <a:txBody>
                    <a:bodyPr/>
                    <a:lstStyle/>
                    <a:p>
                      <a:r>
                        <a:rPr lang="en-GB" sz="1400" kern="1200">
                          <a:solidFill>
                            <a:schemeClr val="dk1"/>
                          </a:solidFill>
                          <a:effectLst/>
                          <a:latin typeface="+mn-lt"/>
                          <a:ea typeface="+mn-ea"/>
                          <a:cs typeface="+mn-cs"/>
                        </a:rPr>
                        <a:t>Un</a:t>
                      </a:r>
                      <a:r>
                        <a:rPr lang="ro-RO" sz="1400" kern="1200">
                          <a:solidFill>
                            <a:schemeClr val="dk1"/>
                          </a:solidFill>
                          <a:effectLst/>
                          <a:latin typeface="+mn-lt"/>
                          <a:ea typeface="+mn-ea"/>
                          <a:cs typeface="+mn-cs"/>
                        </a:rPr>
                        <a:t> </a:t>
                      </a:r>
                      <a:r>
                        <a:rPr lang="en-GB" sz="1400" kern="1200" err="1">
                          <a:solidFill>
                            <a:schemeClr val="dk1"/>
                          </a:solidFill>
                          <a:effectLst/>
                          <a:latin typeface="+mn-lt"/>
                          <a:ea typeface="+mn-ea"/>
                          <a:cs typeface="+mn-cs"/>
                        </a:rPr>
                        <a:t>tramvai</a:t>
                      </a:r>
                      <a:r>
                        <a:rPr lang="ro-RO" sz="1400" kern="1200">
                          <a:solidFill>
                            <a:schemeClr val="dk1"/>
                          </a:solidFill>
                          <a:effectLst/>
                          <a:latin typeface="+mn-lt"/>
                          <a:ea typeface="+mn-ea"/>
                          <a:cs typeface="+mn-cs"/>
                        </a:rPr>
                        <a:t> trece de mai multe ori prin intersecție. Prin intersecție mai multe treceri pot fi făcute de ace</a:t>
                      </a:r>
                      <a:r>
                        <a:rPr lang="en-GB" sz="1400" kern="1200">
                          <a:solidFill>
                            <a:schemeClr val="dk1"/>
                          </a:solidFill>
                          <a:effectLst/>
                          <a:latin typeface="+mn-lt"/>
                          <a:ea typeface="+mn-ea"/>
                          <a:cs typeface="+mn-cs"/>
                        </a:rPr>
                        <a:t>l</a:t>
                      </a:r>
                      <a:r>
                        <a:rPr lang="ro-RO" sz="1400" kern="1200">
                          <a:solidFill>
                            <a:schemeClr val="dk1"/>
                          </a:solidFill>
                          <a:effectLst/>
                          <a:latin typeface="+mn-lt"/>
                          <a:ea typeface="+mn-ea"/>
                          <a:cs typeface="+mn-cs"/>
                        </a:rPr>
                        <a:t>ași</a:t>
                      </a:r>
                      <a:r>
                        <a:rPr lang="en-GB" sz="1400" kern="1200">
                          <a:solidFill>
                            <a:schemeClr val="dk1"/>
                          </a:solidFill>
                          <a:effectLst/>
                          <a:latin typeface="+mn-lt"/>
                          <a:ea typeface="+mn-ea"/>
                          <a:cs typeface="+mn-cs"/>
                        </a:rPr>
                        <a:t> </a:t>
                      </a:r>
                      <a:r>
                        <a:rPr lang="en-GB" sz="1400" kern="1200" err="1">
                          <a:solidFill>
                            <a:schemeClr val="dk1"/>
                          </a:solidFill>
                          <a:effectLst/>
                          <a:latin typeface="+mn-lt"/>
                          <a:ea typeface="+mn-ea"/>
                          <a:cs typeface="+mn-cs"/>
                        </a:rPr>
                        <a:t>tramvai</a:t>
                      </a:r>
                      <a:r>
                        <a:rPr lang="ro-RO" sz="1400" kern="1200">
                          <a:solidFill>
                            <a:schemeClr val="dk1"/>
                          </a:solidFill>
                          <a:effectLst/>
                          <a:latin typeface="+mn-lt"/>
                          <a:ea typeface="+mn-ea"/>
                          <a:cs typeface="+mn-cs"/>
                        </a:rPr>
                        <a:t>.</a:t>
                      </a:r>
                      <a:endParaRPr lang="en-GB" sz="1400"/>
                    </a:p>
                  </a:txBody>
                  <a:tcPr/>
                </a:tc>
                <a:extLst>
                  <a:ext uri="{0D108BD9-81ED-4DB2-BD59-A6C34878D82A}">
                    <a16:rowId xmlns:a16="http://schemas.microsoft.com/office/drawing/2014/main" val="2975591080"/>
                  </a:ext>
                </a:extLst>
              </a:tr>
              <a:tr h="452360">
                <a:tc>
                  <a:txBody>
                    <a:bodyPr/>
                    <a:lstStyle/>
                    <a:p>
                      <a:pPr algn="ctr"/>
                      <a:r>
                        <a:rPr lang="en-GB" sz="1600"/>
                        <a:t>TRECERE_AUTOBUZ – AUTOBUZE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a:t>ONE TO MANY</a:t>
                      </a:r>
                    </a:p>
                  </a:txBody>
                  <a:tcPr/>
                </a:tc>
                <a:tc>
                  <a:txBody>
                    <a:bodyPr/>
                    <a:lstStyle/>
                    <a:p>
                      <a:r>
                        <a:rPr lang="en-GB" sz="1400" kern="1200">
                          <a:solidFill>
                            <a:schemeClr val="dk1"/>
                          </a:solidFill>
                          <a:effectLst/>
                          <a:latin typeface="+mn-lt"/>
                          <a:ea typeface="+mn-ea"/>
                          <a:cs typeface="+mn-cs"/>
                        </a:rPr>
                        <a:t>Un </a:t>
                      </a:r>
                      <a:r>
                        <a:rPr lang="en-GB" sz="1400" kern="1200" err="1">
                          <a:solidFill>
                            <a:schemeClr val="dk1"/>
                          </a:solidFill>
                          <a:effectLst/>
                          <a:latin typeface="+mn-lt"/>
                          <a:ea typeface="+mn-ea"/>
                          <a:cs typeface="+mn-cs"/>
                        </a:rPr>
                        <a:t>autobuz</a:t>
                      </a:r>
                      <a:r>
                        <a:rPr lang="en-GB" sz="1400" kern="1200">
                          <a:solidFill>
                            <a:schemeClr val="dk1"/>
                          </a:solidFill>
                          <a:effectLst/>
                          <a:latin typeface="+mn-lt"/>
                          <a:ea typeface="+mn-ea"/>
                          <a:cs typeface="+mn-cs"/>
                        </a:rPr>
                        <a:t> </a:t>
                      </a:r>
                      <a:r>
                        <a:rPr lang="ro-RO" sz="1400" kern="1200">
                          <a:solidFill>
                            <a:schemeClr val="dk1"/>
                          </a:solidFill>
                          <a:effectLst/>
                          <a:latin typeface="+mn-lt"/>
                          <a:ea typeface="+mn-ea"/>
                          <a:cs typeface="+mn-cs"/>
                        </a:rPr>
                        <a:t>trece de mai multe ori prin intersecție. Prin intersecție mai multe treceri pot fi făcute de ace</a:t>
                      </a:r>
                      <a:r>
                        <a:rPr lang="en-GB" sz="1400" kern="1200">
                          <a:solidFill>
                            <a:schemeClr val="dk1"/>
                          </a:solidFill>
                          <a:effectLst/>
                          <a:latin typeface="+mn-lt"/>
                          <a:ea typeface="+mn-ea"/>
                          <a:cs typeface="+mn-cs"/>
                        </a:rPr>
                        <a:t>l</a:t>
                      </a:r>
                      <a:r>
                        <a:rPr lang="ro-RO" sz="1400" kern="1200">
                          <a:solidFill>
                            <a:schemeClr val="dk1"/>
                          </a:solidFill>
                          <a:effectLst/>
                          <a:latin typeface="+mn-lt"/>
                          <a:ea typeface="+mn-ea"/>
                          <a:cs typeface="+mn-cs"/>
                        </a:rPr>
                        <a:t>ași </a:t>
                      </a:r>
                      <a:r>
                        <a:rPr lang="en-GB" sz="1400" kern="1200" err="1">
                          <a:solidFill>
                            <a:schemeClr val="dk1"/>
                          </a:solidFill>
                          <a:effectLst/>
                          <a:latin typeface="+mn-lt"/>
                          <a:ea typeface="+mn-ea"/>
                          <a:cs typeface="+mn-cs"/>
                        </a:rPr>
                        <a:t>autobuz</a:t>
                      </a:r>
                      <a:r>
                        <a:rPr lang="ro-RO" sz="1400" kern="1200">
                          <a:solidFill>
                            <a:schemeClr val="dk1"/>
                          </a:solidFill>
                          <a:effectLst/>
                          <a:latin typeface="+mn-lt"/>
                          <a:ea typeface="+mn-ea"/>
                          <a:cs typeface="+mn-cs"/>
                        </a:rPr>
                        <a:t>.</a:t>
                      </a:r>
                      <a:endParaRPr lang="en-GB" sz="1400"/>
                    </a:p>
                  </a:txBody>
                  <a:tcPr/>
                </a:tc>
                <a:extLst>
                  <a:ext uri="{0D108BD9-81ED-4DB2-BD59-A6C34878D82A}">
                    <a16:rowId xmlns:a16="http://schemas.microsoft.com/office/drawing/2014/main" val="2489094015"/>
                  </a:ext>
                </a:extLst>
              </a:tr>
            </a:tbl>
          </a:graphicData>
        </a:graphic>
      </p:graphicFrame>
    </p:spTree>
    <p:extLst>
      <p:ext uri="{BB962C8B-B14F-4D97-AF65-F5344CB8AC3E}">
        <p14:creationId xmlns:p14="http://schemas.microsoft.com/office/powerpoint/2010/main" val="1794717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 name="Graphic 38">
            <a:extLst>
              <a:ext uri="{FF2B5EF4-FFF2-40B4-BE49-F238E27FC236}">
                <a16:creationId xmlns:a16="http://schemas.microsoft.com/office/drawing/2014/main" id="{6B67BE95-96EF-433C-9F29-B0732AA6B6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006"/>
            <a:ext cx="1370098" cy="508993"/>
            <a:chOff x="2267504" y="2540250"/>
            <a:chExt cx="1990951" cy="739640"/>
          </a:xfrm>
          <a:solidFill>
            <a:schemeClr val="tx1"/>
          </a:solidFill>
        </p:grpSpPr>
        <p:sp>
          <p:nvSpPr>
            <p:cNvPr id="76" name="Freeform: Shape 75">
              <a:extLst>
                <a:ext uri="{FF2B5EF4-FFF2-40B4-BE49-F238E27FC236}">
                  <a16:creationId xmlns:a16="http://schemas.microsoft.com/office/drawing/2014/main" id="{AD324976-1596-4B76-A61C-5626816B24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C44DEF24-FB22-48A2-8257-B97AD7E1AA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79" name="Graphic 38">
            <a:extLst>
              <a:ext uri="{FF2B5EF4-FFF2-40B4-BE49-F238E27FC236}">
                <a16:creationId xmlns:a16="http://schemas.microsoft.com/office/drawing/2014/main" id="{277F67F7-A8CD-4662-A747-29880C8896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006"/>
            <a:ext cx="1370098" cy="508993"/>
            <a:chOff x="2267504" y="2540250"/>
            <a:chExt cx="1990951" cy="739640"/>
          </a:xfrm>
          <a:solidFill>
            <a:schemeClr val="tx1">
              <a:alpha val="60000"/>
            </a:schemeClr>
          </a:solidFill>
        </p:grpSpPr>
        <p:sp>
          <p:nvSpPr>
            <p:cNvPr id="80" name="Freeform: Shape 79">
              <a:extLst>
                <a:ext uri="{FF2B5EF4-FFF2-40B4-BE49-F238E27FC236}">
                  <a16:creationId xmlns:a16="http://schemas.microsoft.com/office/drawing/2014/main" id="{F37FAB4E-0856-41EB-9A02-71DBE2CB75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FDD9A6A0-1949-45E4-BADF-D8E5499AD0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83" name="Group 82">
            <a:extLst>
              <a:ext uri="{FF2B5EF4-FFF2-40B4-BE49-F238E27FC236}">
                <a16:creationId xmlns:a16="http://schemas.microsoft.com/office/drawing/2014/main" id="{5983D416-45F1-46D1-ACDB-D653B2E434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5343" y="903253"/>
            <a:ext cx="2722613" cy="2314250"/>
            <a:chOff x="1674895" y="1345036"/>
            <a:chExt cx="5428610" cy="4210939"/>
          </a:xfrm>
        </p:grpSpPr>
        <p:sp>
          <p:nvSpPr>
            <p:cNvPr id="84" name="Rectangle 83">
              <a:extLst>
                <a:ext uri="{FF2B5EF4-FFF2-40B4-BE49-F238E27FC236}">
                  <a16:creationId xmlns:a16="http://schemas.microsoft.com/office/drawing/2014/main" id="{58F3A3A1-C3D5-4975-8593-F750EDAFA7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E79251D8-2663-4EF3-92E0-4C857CA1E4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87" name="Rectangle 86">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049" y="685806"/>
            <a:ext cx="2722613" cy="242906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BE750B-1C28-42A6-A95E-9901A79178B0}"/>
              </a:ext>
            </a:extLst>
          </p:cNvPr>
          <p:cNvSpPr>
            <a:spLocks noGrp="1"/>
          </p:cNvSpPr>
          <p:nvPr>
            <p:ph type="title"/>
          </p:nvPr>
        </p:nvSpPr>
        <p:spPr>
          <a:xfrm>
            <a:off x="685049" y="805320"/>
            <a:ext cx="2695293" cy="2190031"/>
          </a:xfrm>
        </p:spPr>
        <p:txBody>
          <a:bodyPr>
            <a:normAutofit/>
          </a:bodyPr>
          <a:lstStyle/>
          <a:p>
            <a:pPr algn="ctr"/>
            <a:r>
              <a:rPr lang="en-US" sz="3200" err="1"/>
              <a:t>Maparea</a:t>
            </a:r>
            <a:endParaRPr lang="en-US" sz="3200"/>
          </a:p>
        </p:txBody>
      </p:sp>
      <p:grpSp>
        <p:nvGrpSpPr>
          <p:cNvPr id="89" name="Graphic 4">
            <a:extLst>
              <a:ext uri="{FF2B5EF4-FFF2-40B4-BE49-F238E27FC236}">
                <a16:creationId xmlns:a16="http://schemas.microsoft.com/office/drawing/2014/main" id="{D6E8B984-55B9-4A62-A043-997D00F0A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4463108"/>
            <a:ext cx="849365" cy="849366"/>
            <a:chOff x="5829300" y="3162300"/>
            <a:chExt cx="532256" cy="532257"/>
          </a:xfrm>
          <a:solidFill>
            <a:schemeClr val="tx1"/>
          </a:solidFill>
        </p:grpSpPr>
        <p:sp>
          <p:nvSpPr>
            <p:cNvPr id="90" name="Freeform: Shape 89">
              <a:extLst>
                <a:ext uri="{FF2B5EF4-FFF2-40B4-BE49-F238E27FC236}">
                  <a16:creationId xmlns:a16="http://schemas.microsoft.com/office/drawing/2014/main" id="{D4FAF4A8-82EB-4F6F-B601-43EBF0BD1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26F2473F-E069-4558-9B41-E285BBE030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FC9A4A76-2C9F-486C-9663-6A30A022DE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88431DC7-D4CB-479A-AFA4-5B0C597A2E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30755DA1-6F28-4612-A4A7-B915468C6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4616ED79-5475-49E6-A5FE-8D9DB12FB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21DCEB47-7140-4682-8DBF-7667BE28F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A931BD3-5A56-42F2-B6B5-647B28D1C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820E4C8E-4190-498D-9556-6DA668A81F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54B2F30F-0B57-4D60-A087-CD6A471F6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FC5E8C73-ED41-4214-AEE6-3C5F493846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B1F94534-FE3E-476C-870B-E714E4A66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8DE6C1B0-4D58-4937-B2B7-B1207CA18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0E77DEAE-1EB1-4B76-ACD4-280559662E19}"/>
              </a:ext>
            </a:extLst>
          </p:cNvPr>
          <p:cNvSpPr>
            <a:spLocks noGrp="1"/>
          </p:cNvSpPr>
          <p:nvPr>
            <p:ph idx="1"/>
          </p:nvPr>
        </p:nvSpPr>
        <p:spPr>
          <a:xfrm>
            <a:off x="116231" y="4202013"/>
            <a:ext cx="4723038" cy="1970181"/>
          </a:xfrm>
        </p:spPr>
        <p:txBody>
          <a:bodyPr>
            <a:normAutofit/>
          </a:bodyPr>
          <a:lstStyle/>
          <a:p>
            <a:pPr indent="457200">
              <a:lnSpc>
                <a:spcPct val="107000"/>
              </a:lnSpc>
              <a:spcAft>
                <a:spcPts val="800"/>
              </a:spcAft>
            </a:pPr>
            <a:r>
              <a:rPr lang="ro-RO" sz="1800" kern="100">
                <a:effectLst/>
                <a:latin typeface="Avenir Next LT Pro" panose="020B0504020202020204" pitchFamily="34" charset="0"/>
                <a:ea typeface="Malgun Gothic" panose="020B0503020000020004" pitchFamily="34" charset="-127"/>
                <a:cs typeface="Times New Roman" panose="02020603050405020304" pitchFamily="18" charset="0"/>
              </a:rPr>
              <a:t>Tabela numită SEMAFOARE ține evidența semafoarelor</a:t>
            </a:r>
            <a:r>
              <a:rPr lang="en-GB" sz="1800" kern="100">
                <a:effectLst/>
                <a:latin typeface="Avenir Next LT Pro" panose="020B0504020202020204" pitchFamily="34" charset="0"/>
                <a:ea typeface="Malgun Gothic" panose="020B0503020000020004" pitchFamily="34" charset="-127"/>
                <a:cs typeface="Times New Roman" panose="02020603050405020304" pitchFamily="18" charset="0"/>
              </a:rPr>
              <a:t> din </a:t>
            </a:r>
            <a:r>
              <a:rPr lang="en-GB" sz="1800" kern="100" err="1">
                <a:effectLst/>
                <a:latin typeface="Avenir Next LT Pro" panose="020B0504020202020204" pitchFamily="34" charset="0"/>
                <a:ea typeface="Malgun Gothic" panose="020B0503020000020004" pitchFamily="34" charset="-127"/>
                <a:cs typeface="Times New Roman" panose="02020603050405020304" pitchFamily="18" charset="0"/>
              </a:rPr>
              <a:t>intersec</a:t>
            </a:r>
            <a:r>
              <a:rPr lang="ro-RO" sz="1800">
                <a:effectLst/>
                <a:latin typeface="Avenir Next LT Pro" panose="020B0504020202020204" pitchFamily="34" charset="0"/>
                <a:ea typeface="Malgun Gothic" panose="020B0503020000020004" pitchFamily="34" charset="-127"/>
                <a:cs typeface="Times New Roman" panose="02020603050405020304" pitchFamily="18" charset="0"/>
              </a:rPr>
              <a:t>ț</a:t>
            </a:r>
            <a:r>
              <a:rPr lang="en-GB" sz="1800" kern="100" err="1">
                <a:effectLst/>
                <a:latin typeface="Avenir Next LT Pro" panose="020B0504020202020204" pitchFamily="34" charset="0"/>
                <a:ea typeface="Malgun Gothic" panose="020B0503020000020004" pitchFamily="34" charset="-127"/>
                <a:cs typeface="Times New Roman" panose="02020603050405020304" pitchFamily="18" charset="0"/>
              </a:rPr>
              <a:t>ie</a:t>
            </a:r>
            <a:r>
              <a:rPr lang="en-GB" sz="1800" kern="100">
                <a:effectLst/>
                <a:latin typeface="Avenir Next LT Pro" panose="020B0504020202020204" pitchFamily="34" charset="0"/>
                <a:ea typeface="Malgun Gothic" panose="020B0503020000020004" pitchFamily="34" charset="-127"/>
                <a:cs typeface="Times New Roman" panose="02020603050405020304" pitchFamily="18" charset="0"/>
              </a:rPr>
              <a:t>. </a:t>
            </a:r>
            <a:r>
              <a:rPr lang="ro-RO" sz="1800" kern="100">
                <a:effectLst/>
                <a:latin typeface="Avenir Next LT Pro" panose="020B0504020202020204" pitchFamily="34" charset="0"/>
                <a:ea typeface="Malgun Gothic" panose="020B0503020000020004" pitchFamily="34" charset="-127"/>
                <a:cs typeface="Times New Roman" panose="02020603050405020304" pitchFamily="18" charset="0"/>
              </a:rPr>
              <a:t>Cheia principală este atributul ID.  </a:t>
            </a:r>
            <a:endParaRPr lang="en-GB" sz="1800" kern="100">
              <a:effectLst/>
              <a:latin typeface="Arial" panose="020B0604020202020204" pitchFamily="34" charset="0"/>
              <a:ea typeface="Malgun Gothic" panose="020B0503020000020004" pitchFamily="34" charset="-127"/>
              <a:cs typeface="Times New Roman" panose="02020603050405020304" pitchFamily="18" charset="0"/>
            </a:endParaRPr>
          </a:p>
        </p:txBody>
      </p:sp>
      <p:sp>
        <p:nvSpPr>
          <p:cNvPr id="32" name="Oval 31">
            <a:extLst>
              <a:ext uri="{FF2B5EF4-FFF2-40B4-BE49-F238E27FC236}">
                <a16:creationId xmlns:a16="http://schemas.microsoft.com/office/drawing/2014/main" id="{B9022120-22F3-455B-AB29-56D6F177D5E8}"/>
              </a:ext>
            </a:extLst>
          </p:cNvPr>
          <p:cNvSpPr/>
          <p:nvPr/>
        </p:nvSpPr>
        <p:spPr>
          <a:xfrm>
            <a:off x="4472482" y="122501"/>
            <a:ext cx="386499" cy="395926"/>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5389495-A854-4C0B-9A00-441440FD3521}"/>
              </a:ext>
            </a:extLst>
          </p:cNvPr>
          <p:cNvSpPr/>
          <p:nvPr/>
        </p:nvSpPr>
        <p:spPr>
          <a:xfrm>
            <a:off x="5743684" y="5421052"/>
            <a:ext cx="386499" cy="395926"/>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95DF092-3587-123A-721B-8875BDC0EAF0}"/>
              </a:ext>
            </a:extLst>
          </p:cNvPr>
          <p:cNvPicPr>
            <a:picLocks noChangeAspect="1"/>
          </p:cNvPicPr>
          <p:nvPr/>
        </p:nvPicPr>
        <p:blipFill rotWithShape="1">
          <a:blip r:embed="rId2">
            <a:extLst>
              <a:ext uri="{28A0092B-C50C-407E-A947-70E740481C1C}">
                <a14:useLocalDpi xmlns:a14="http://schemas.microsoft.com/office/drawing/2010/main" val="0"/>
              </a:ext>
            </a:extLst>
          </a:blip>
          <a:srcRect l="1276" r="7289"/>
          <a:stretch/>
        </p:blipFill>
        <p:spPr>
          <a:xfrm>
            <a:off x="5895322" y="963749"/>
            <a:ext cx="5557448" cy="3222171"/>
          </a:xfrm>
          <a:prstGeom prst="rect">
            <a:avLst/>
          </a:prstGeom>
          <a:ln w="28575">
            <a:solidFill>
              <a:srgbClr val="7030A0"/>
            </a:solidFill>
          </a:ln>
        </p:spPr>
      </p:pic>
      <p:pic>
        <p:nvPicPr>
          <p:cNvPr id="4" name="Picture 3" descr="semafor | Traffic light, Transportation preschool, Coloring pages">
            <a:extLst>
              <a:ext uri="{FF2B5EF4-FFF2-40B4-BE49-F238E27FC236}">
                <a16:creationId xmlns:a16="http://schemas.microsoft.com/office/drawing/2014/main" id="{F55DDD9C-21F5-E02B-F9DF-C0C0B6D88DE1}"/>
              </a:ext>
            </a:extLst>
          </p:cNvPr>
          <p:cNvPicPr>
            <a:picLocks noChangeAspect="1"/>
          </p:cNvPicPr>
          <p:nvPr/>
        </p:nvPicPr>
        <p:blipFill rotWithShape="1">
          <a:blip r:embed="rId3">
            <a:extLst>
              <a:ext uri="{28A0092B-C50C-407E-A947-70E740481C1C}">
                <a14:useLocalDpi xmlns:a14="http://schemas.microsoft.com/office/drawing/2010/main" val="0"/>
              </a:ext>
            </a:extLst>
          </a:blip>
          <a:srcRect l="7476" t="20797" r="9313" b="6219"/>
          <a:stretch/>
        </p:blipFill>
        <p:spPr bwMode="auto">
          <a:xfrm>
            <a:off x="10609326" y="3217503"/>
            <a:ext cx="678180" cy="841375"/>
          </a:xfrm>
          <a:prstGeom prst="rect">
            <a:avLst/>
          </a:prstGeom>
          <a:noFill/>
          <a:ln w="12700">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69561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0" name="Rectangle 13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4535AE-54DC-4E96-9D75-C27D3FF6A83E}"/>
              </a:ext>
            </a:extLst>
          </p:cNvPr>
          <p:cNvSpPr>
            <a:spLocks noGrp="1"/>
          </p:cNvSpPr>
          <p:nvPr>
            <p:ph type="title"/>
          </p:nvPr>
        </p:nvSpPr>
        <p:spPr>
          <a:xfrm>
            <a:off x="6234867" y="415320"/>
            <a:ext cx="4766381" cy="1373821"/>
          </a:xfrm>
        </p:spPr>
        <p:txBody>
          <a:bodyPr anchor="b">
            <a:normAutofit/>
          </a:bodyPr>
          <a:lstStyle/>
          <a:p>
            <a:r>
              <a:rPr lang="en-US"/>
              <a:t>      </a:t>
            </a:r>
          </a:p>
        </p:txBody>
      </p:sp>
      <p:grpSp>
        <p:nvGrpSpPr>
          <p:cNvPr id="4101" name="Graphic 38">
            <a:extLst>
              <a:ext uri="{FF2B5EF4-FFF2-40B4-BE49-F238E27FC236}">
                <a16:creationId xmlns:a16="http://schemas.microsoft.com/office/drawing/2014/main" id="{3CC7AA9C-C2F2-4084-9DA2-10496BF4B2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0888" y="1448890"/>
            <a:ext cx="1910252" cy="709660"/>
            <a:chOff x="2267504" y="2540250"/>
            <a:chExt cx="1990951" cy="739640"/>
          </a:xfrm>
          <a:solidFill>
            <a:schemeClr val="tx1"/>
          </a:solidFill>
        </p:grpSpPr>
        <p:sp>
          <p:nvSpPr>
            <p:cNvPr id="138" name="Freeform: Shape 137">
              <a:extLst>
                <a:ext uri="{FF2B5EF4-FFF2-40B4-BE49-F238E27FC236}">
                  <a16:creationId xmlns:a16="http://schemas.microsoft.com/office/drawing/2014/main" id="{06B230D1-A85F-4C7D-AE8A-7E30FA1E1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2" name="Freeform: Shape 138">
              <a:extLst>
                <a:ext uri="{FF2B5EF4-FFF2-40B4-BE49-F238E27FC236}">
                  <a16:creationId xmlns:a16="http://schemas.microsoft.com/office/drawing/2014/main" id="{B37842DD-6004-4ED8-AEF6-E6E38A4DA8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grpSp>
        <p:nvGrpSpPr>
          <p:cNvPr id="4103" name="Group 140">
            <a:extLst>
              <a:ext uri="{FF2B5EF4-FFF2-40B4-BE49-F238E27FC236}">
                <a16:creationId xmlns:a16="http://schemas.microsoft.com/office/drawing/2014/main" id="{332ED93E-F1F1-46BF-B18E-134CB31A2F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3" y="4864099"/>
            <a:ext cx="2085971" cy="1993901"/>
            <a:chOff x="3121343" y="4864099"/>
            <a:chExt cx="2085971" cy="1993901"/>
          </a:xfrm>
          <a:solidFill>
            <a:schemeClr val="tx1"/>
          </a:solidFill>
        </p:grpSpPr>
        <p:sp>
          <p:nvSpPr>
            <p:cNvPr id="142" name="Freeform: Shape 141">
              <a:extLst>
                <a:ext uri="{FF2B5EF4-FFF2-40B4-BE49-F238E27FC236}">
                  <a16:creationId xmlns:a16="http://schemas.microsoft.com/office/drawing/2014/main" id="{88ADD0EB-6B6C-435F-A36D-DAF69F1D2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4" name="Freeform: Shape 142">
              <a:extLst>
                <a:ext uri="{FF2B5EF4-FFF2-40B4-BE49-F238E27FC236}">
                  <a16:creationId xmlns:a16="http://schemas.microsoft.com/office/drawing/2014/main" id="{577B89E7-9C9A-47AD-B18E-3236F45C5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44" name="Freeform: Shape 143">
              <a:extLst>
                <a:ext uri="{FF2B5EF4-FFF2-40B4-BE49-F238E27FC236}">
                  <a16:creationId xmlns:a16="http://schemas.microsoft.com/office/drawing/2014/main" id="{20BE6390-943A-4781-973F-8FDBE0F16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5" name="Freeform: Shape 144">
              <a:extLst>
                <a:ext uri="{FF2B5EF4-FFF2-40B4-BE49-F238E27FC236}">
                  <a16:creationId xmlns:a16="http://schemas.microsoft.com/office/drawing/2014/main" id="{7BA70C61-9271-43B4-859C-21D0C45E7D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46" name="Freeform: Shape 145">
              <a:extLst>
                <a:ext uri="{FF2B5EF4-FFF2-40B4-BE49-F238E27FC236}">
                  <a16:creationId xmlns:a16="http://schemas.microsoft.com/office/drawing/2014/main" id="{11930234-4E48-42E8-94C4-10EB33536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6" name="Freeform: Shape 146">
              <a:extLst>
                <a:ext uri="{FF2B5EF4-FFF2-40B4-BE49-F238E27FC236}">
                  <a16:creationId xmlns:a16="http://schemas.microsoft.com/office/drawing/2014/main" id="{F58BF244-D3E0-4434-AF8F-D3DAE9CA5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48" name="Freeform: Shape 147">
              <a:extLst>
                <a:ext uri="{FF2B5EF4-FFF2-40B4-BE49-F238E27FC236}">
                  <a16:creationId xmlns:a16="http://schemas.microsoft.com/office/drawing/2014/main" id="{87CD605C-BB14-40E3-9DC2-97FD8B5F7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7" name="Freeform: Shape 148">
              <a:extLst>
                <a:ext uri="{FF2B5EF4-FFF2-40B4-BE49-F238E27FC236}">
                  <a16:creationId xmlns:a16="http://schemas.microsoft.com/office/drawing/2014/main" id="{6578A481-26C9-46DA-8395-2CE5CEDD2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8" name="Freeform: Shape 149">
              <a:extLst>
                <a:ext uri="{FF2B5EF4-FFF2-40B4-BE49-F238E27FC236}">
                  <a16:creationId xmlns:a16="http://schemas.microsoft.com/office/drawing/2014/main" id="{14F9F061-747F-4F62-9E1E-63A9C3432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09" name="Freeform: Shape 150">
              <a:extLst>
                <a:ext uri="{FF2B5EF4-FFF2-40B4-BE49-F238E27FC236}">
                  <a16:creationId xmlns:a16="http://schemas.microsoft.com/office/drawing/2014/main" id="{B62560A9-6C17-42CF-B426-CA707D2DC7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10" name="Freeform: Shape 151">
              <a:extLst>
                <a:ext uri="{FF2B5EF4-FFF2-40B4-BE49-F238E27FC236}">
                  <a16:creationId xmlns:a16="http://schemas.microsoft.com/office/drawing/2014/main" id="{E4DCEABC-85D3-4F63-889B-FA698C7B56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11" name="Freeform: Shape 152">
              <a:extLst>
                <a:ext uri="{FF2B5EF4-FFF2-40B4-BE49-F238E27FC236}">
                  <a16:creationId xmlns:a16="http://schemas.microsoft.com/office/drawing/2014/main" id="{F5F42E8C-AC6F-4951-83C9-179D824B1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112" name="Freeform: Shape 153">
              <a:extLst>
                <a:ext uri="{FF2B5EF4-FFF2-40B4-BE49-F238E27FC236}">
                  <a16:creationId xmlns:a16="http://schemas.microsoft.com/office/drawing/2014/main" id="{71E7EC34-DE0F-47D9-B3B2-C4AA686E97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Content Placeholder 2">
            <a:extLst>
              <a:ext uri="{FF2B5EF4-FFF2-40B4-BE49-F238E27FC236}">
                <a16:creationId xmlns:a16="http://schemas.microsoft.com/office/drawing/2014/main" id="{34FCEB2F-D22C-4218-AA7D-814C8377ECBE}"/>
              </a:ext>
            </a:extLst>
          </p:cNvPr>
          <p:cNvSpPr>
            <a:spLocks noGrp="1"/>
          </p:cNvSpPr>
          <p:nvPr>
            <p:ph idx="1"/>
          </p:nvPr>
        </p:nvSpPr>
        <p:spPr>
          <a:xfrm>
            <a:off x="2241914" y="714734"/>
            <a:ext cx="3990156" cy="1943263"/>
          </a:xfrm>
        </p:spPr>
        <p:txBody>
          <a:bodyPr>
            <a:normAutofit/>
          </a:bodyPr>
          <a:lstStyle/>
          <a:p>
            <a:pPr marL="0" indent="0">
              <a:lnSpc>
                <a:spcPct val="100000"/>
              </a:lnSpc>
              <a:buNone/>
            </a:pPr>
            <a:r>
              <a:rPr lang="en-US" sz="1500"/>
              <a:t>  </a:t>
            </a:r>
          </a:p>
        </p:txBody>
      </p:sp>
      <p:sp>
        <p:nvSpPr>
          <p:cNvPr id="6" name="Oval 5">
            <a:extLst>
              <a:ext uri="{FF2B5EF4-FFF2-40B4-BE49-F238E27FC236}">
                <a16:creationId xmlns:a16="http://schemas.microsoft.com/office/drawing/2014/main" id="{7B49144F-733F-4985-9962-2A2D6EE54B62}"/>
              </a:ext>
            </a:extLst>
          </p:cNvPr>
          <p:cNvSpPr/>
          <p:nvPr/>
        </p:nvSpPr>
        <p:spPr>
          <a:xfrm>
            <a:off x="10152668" y="501535"/>
            <a:ext cx="1299372" cy="1287606"/>
          </a:xfrm>
          <a:prstGeom prst="ellipse">
            <a:avLst/>
          </a:prstGeom>
          <a:solidFill>
            <a:schemeClr val="accent1">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E898724-C682-48DA-ACDE-313EAE20A5EB}"/>
              </a:ext>
            </a:extLst>
          </p:cNvPr>
          <p:cNvSpPr/>
          <p:nvPr/>
        </p:nvSpPr>
        <p:spPr>
          <a:xfrm>
            <a:off x="10375409" y="717311"/>
            <a:ext cx="853889" cy="856053"/>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C98EA2C-2C15-417F-AED2-D9B5EBFF339D}"/>
              </a:ext>
            </a:extLst>
          </p:cNvPr>
          <p:cNvSpPr/>
          <p:nvPr/>
        </p:nvSpPr>
        <p:spPr>
          <a:xfrm>
            <a:off x="5392132" y="904973"/>
            <a:ext cx="386499" cy="395926"/>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EACDAA67-E296-4E8B-A7EF-8DED9D5E33F5}"/>
              </a:ext>
            </a:extLst>
          </p:cNvPr>
          <p:cNvSpPr/>
          <p:nvPr/>
        </p:nvSpPr>
        <p:spPr>
          <a:xfrm>
            <a:off x="536332" y="2676894"/>
            <a:ext cx="386499" cy="395926"/>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B6D60E98-D942-4996-B6DC-86381F231BB0}"/>
              </a:ext>
            </a:extLst>
          </p:cNvPr>
          <p:cNvSpPr/>
          <p:nvPr/>
        </p:nvSpPr>
        <p:spPr>
          <a:xfrm>
            <a:off x="4802021" y="4540850"/>
            <a:ext cx="386499" cy="395926"/>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CF54838-D6C7-7678-A3D3-CB42E476A883}"/>
              </a:ext>
            </a:extLst>
          </p:cNvPr>
          <p:cNvPicPr>
            <a:picLocks noChangeAspect="1"/>
          </p:cNvPicPr>
          <p:nvPr/>
        </p:nvPicPr>
        <p:blipFill rotWithShape="1">
          <a:blip r:embed="rId2">
            <a:extLst>
              <a:ext uri="{28A0092B-C50C-407E-A947-70E740481C1C}">
                <a14:useLocalDpi xmlns:a14="http://schemas.microsoft.com/office/drawing/2010/main" val="0"/>
              </a:ext>
            </a:extLst>
          </a:blip>
          <a:srcRect l="862" t="3099" b="5361"/>
          <a:stretch/>
        </p:blipFill>
        <p:spPr>
          <a:xfrm>
            <a:off x="6057820" y="3422553"/>
            <a:ext cx="5551272" cy="3292614"/>
          </a:xfrm>
          <a:prstGeom prst="rect">
            <a:avLst/>
          </a:prstGeom>
          <a:ln w="28575">
            <a:solidFill>
              <a:schemeClr val="accent2"/>
            </a:solidFill>
          </a:ln>
        </p:spPr>
      </p:pic>
      <p:pic>
        <p:nvPicPr>
          <p:cNvPr id="9" name="Picture 8">
            <a:extLst>
              <a:ext uri="{FF2B5EF4-FFF2-40B4-BE49-F238E27FC236}">
                <a16:creationId xmlns:a16="http://schemas.microsoft.com/office/drawing/2014/main" id="{F377E69F-5B5F-4954-C679-CCB29B870961}"/>
              </a:ext>
            </a:extLst>
          </p:cNvPr>
          <p:cNvPicPr>
            <a:picLocks noChangeAspect="1"/>
          </p:cNvPicPr>
          <p:nvPr/>
        </p:nvPicPr>
        <p:blipFill rotWithShape="1">
          <a:blip r:embed="rId3">
            <a:extLst>
              <a:ext uri="{28A0092B-C50C-407E-A947-70E740481C1C}">
                <a14:useLocalDpi xmlns:a14="http://schemas.microsoft.com/office/drawing/2010/main" val="0"/>
              </a:ext>
            </a:extLst>
          </a:blip>
          <a:srcRect l="1750" t="1564" r="8030"/>
          <a:stretch/>
        </p:blipFill>
        <p:spPr>
          <a:xfrm>
            <a:off x="1040687" y="116445"/>
            <a:ext cx="5445608" cy="3206251"/>
          </a:xfrm>
          <a:prstGeom prst="rect">
            <a:avLst/>
          </a:prstGeom>
          <a:ln w="28575">
            <a:solidFill>
              <a:schemeClr val="accent1"/>
            </a:solidFill>
          </a:ln>
        </p:spPr>
      </p:pic>
      <p:sp>
        <p:nvSpPr>
          <p:cNvPr id="4" name="Content Placeholder 2">
            <a:extLst>
              <a:ext uri="{FF2B5EF4-FFF2-40B4-BE49-F238E27FC236}">
                <a16:creationId xmlns:a16="http://schemas.microsoft.com/office/drawing/2014/main" id="{950F7E65-185F-F536-4867-ACF33DA41BA0}"/>
              </a:ext>
            </a:extLst>
          </p:cNvPr>
          <p:cNvSpPr txBox="1">
            <a:spLocks/>
          </p:cNvSpPr>
          <p:nvPr/>
        </p:nvSpPr>
        <p:spPr>
          <a:xfrm>
            <a:off x="468516" y="3603556"/>
            <a:ext cx="4731336" cy="197018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lnSpc>
                <a:spcPct val="107000"/>
              </a:lnSpc>
              <a:spcAft>
                <a:spcPts val="800"/>
              </a:spcAft>
            </a:pPr>
            <a:r>
              <a:rPr lang="ro-RO" sz="1800">
                <a:effectLst/>
                <a:latin typeface="Avenir Next LT Pro" panose="020B0504020202020204" pitchFamily="34" charset="0"/>
                <a:ea typeface="Malgun Gothic" panose="020B0503020000020004" pitchFamily="34" charset="-127"/>
                <a:cs typeface="Times New Roman" panose="02020603050405020304" pitchFamily="18" charset="0"/>
              </a:rPr>
              <a:t>Tabela TRECERI_PIETONI urmărește cât timp petrece la semafor un pieton. Cheia primară este atributul ID, iar cheia externă ID_SEM trimite către entitatea SEMAFOR.</a:t>
            </a:r>
            <a:endParaRPr lang="en-GB" sz="1800" kern="100">
              <a:latin typeface="Arial" panose="020B0604020202020204" pitchFamily="34" charset="0"/>
              <a:ea typeface="Malgun Gothic" panose="020B0503020000020004" pitchFamily="34" charset="-127"/>
              <a:cs typeface="Times New Roman" panose="02020603050405020304" pitchFamily="18" charset="0"/>
            </a:endParaRPr>
          </a:p>
        </p:txBody>
      </p:sp>
      <p:sp>
        <p:nvSpPr>
          <p:cNvPr id="10" name="Content Placeholder 2">
            <a:extLst>
              <a:ext uri="{FF2B5EF4-FFF2-40B4-BE49-F238E27FC236}">
                <a16:creationId xmlns:a16="http://schemas.microsoft.com/office/drawing/2014/main" id="{2848AC1A-AD16-FEF6-1AC1-8962EE3B10A4}"/>
              </a:ext>
            </a:extLst>
          </p:cNvPr>
          <p:cNvSpPr txBox="1">
            <a:spLocks/>
          </p:cNvSpPr>
          <p:nvPr/>
        </p:nvSpPr>
        <p:spPr>
          <a:xfrm>
            <a:off x="6639649" y="599347"/>
            <a:ext cx="3454914" cy="268037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lnSpc>
                <a:spcPct val="107000"/>
              </a:lnSpc>
              <a:spcAft>
                <a:spcPts val="800"/>
              </a:spcAft>
            </a:pPr>
            <a:r>
              <a:rPr lang="ro-RO" sz="1800">
                <a:effectLst/>
                <a:latin typeface="Avenir Next LT Pro" panose="020B0504020202020204" pitchFamily="34" charset="0"/>
                <a:ea typeface="Malgun Gothic" panose="020B0503020000020004" pitchFamily="34" charset="-127"/>
                <a:cs typeface="Times New Roman" panose="02020603050405020304" pitchFamily="18" charset="0"/>
              </a:rPr>
              <a:t>Tabela SCHIMBARI monitorizează schimbarea culorii semaforului din verde în roșu și tot așa. Cheia principală este atributul ID și cheia externă </a:t>
            </a:r>
            <a:r>
              <a:rPr lang="en-GB" sz="1800" err="1">
                <a:effectLst/>
                <a:latin typeface="Avenir Next LT Pro" panose="020B0504020202020204" pitchFamily="34" charset="0"/>
                <a:ea typeface="Malgun Gothic" panose="020B0503020000020004" pitchFamily="34" charset="-127"/>
                <a:cs typeface="Times New Roman" panose="02020603050405020304" pitchFamily="18" charset="0"/>
              </a:rPr>
              <a:t>este</a:t>
            </a:r>
            <a:r>
              <a:rPr lang="en-GB" sz="1800">
                <a:effectLst/>
                <a:latin typeface="Avenir Next LT Pro" panose="020B0504020202020204" pitchFamily="34" charset="0"/>
                <a:ea typeface="Malgun Gothic" panose="020B0503020000020004" pitchFamily="34" charset="-127"/>
                <a:cs typeface="Times New Roman" panose="02020603050405020304" pitchFamily="18" charset="0"/>
              </a:rPr>
              <a:t> </a:t>
            </a:r>
            <a:r>
              <a:rPr lang="ro-RO" sz="1800">
                <a:effectLst/>
                <a:latin typeface="Avenir Next LT Pro" panose="020B0504020202020204" pitchFamily="34" charset="0"/>
                <a:ea typeface="Malgun Gothic" panose="020B0503020000020004" pitchFamily="34" charset="-127"/>
                <a:cs typeface="Times New Roman" panose="02020603050405020304" pitchFamily="18" charset="0"/>
              </a:rPr>
              <a:t>ID_SEM către entitatea SEMAFOARE.</a:t>
            </a:r>
            <a:endParaRPr lang="en-GB" sz="1800" kern="100">
              <a:latin typeface="Arial" panose="020B0604020202020204" pitchFamily="34" charset="0"/>
              <a:ea typeface="Malgun Gothic" panose="020B0503020000020004" pitchFamily="34" charset="-127"/>
              <a:cs typeface="Times New Roman" panose="02020603050405020304" pitchFamily="18" charset="0"/>
            </a:endParaRPr>
          </a:p>
        </p:txBody>
      </p:sp>
      <p:pic>
        <p:nvPicPr>
          <p:cNvPr id="11" name="Picture 10" descr="Man Walking Clip Art - Bing Images | Clip art, Pictogram, Walking cartoon">
            <a:extLst>
              <a:ext uri="{FF2B5EF4-FFF2-40B4-BE49-F238E27FC236}">
                <a16:creationId xmlns:a16="http://schemas.microsoft.com/office/drawing/2014/main" id="{8A2C02F5-9E58-6F65-12B2-5204DD323F1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005419" y="5833957"/>
            <a:ext cx="519430" cy="765175"/>
          </a:xfrm>
          <a:prstGeom prst="rect">
            <a:avLst/>
          </a:prstGeom>
          <a:noFill/>
          <a:ln w="12700">
            <a:solidFill>
              <a:schemeClr val="tx1"/>
            </a:solidFill>
          </a:ln>
        </p:spPr>
      </p:pic>
      <p:pic>
        <p:nvPicPr>
          <p:cNvPr id="12" name="Picture 11" descr="Peste 14.500 fotografii de stoc, fotografii și imagini scutite de redevențe  cu Semafor Ilustrații - iStock">
            <a:extLst>
              <a:ext uri="{FF2B5EF4-FFF2-40B4-BE49-F238E27FC236}">
                <a16:creationId xmlns:a16="http://schemas.microsoft.com/office/drawing/2014/main" id="{CDF41966-1135-8A67-35A5-160D8A5076A6}"/>
              </a:ext>
            </a:extLst>
          </p:cNvPr>
          <p:cNvPicPr>
            <a:picLocks noChangeAspect="1"/>
          </p:cNvPicPr>
          <p:nvPr/>
        </p:nvPicPr>
        <p:blipFill rotWithShape="1">
          <a:blip r:embed="rId5">
            <a:extLst>
              <a:ext uri="{28A0092B-C50C-407E-A947-70E740481C1C}">
                <a14:useLocalDpi xmlns:a14="http://schemas.microsoft.com/office/drawing/2010/main" val="0"/>
              </a:ext>
            </a:extLst>
          </a:blip>
          <a:srcRect l="17364" r="18328"/>
          <a:stretch/>
        </p:blipFill>
        <p:spPr bwMode="auto">
          <a:xfrm>
            <a:off x="5708636" y="2166316"/>
            <a:ext cx="698368" cy="1085963"/>
          </a:xfrm>
          <a:prstGeom prst="rect">
            <a:avLst/>
          </a:prstGeom>
          <a:noFill/>
          <a:ln w="12700">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53472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3FA34A-58D6-467D-BC5B-C4C3ADA6FB82}"/>
              </a:ext>
            </a:extLst>
          </p:cNvPr>
          <p:cNvSpPr>
            <a:spLocks noGrp="1"/>
          </p:cNvSpPr>
          <p:nvPr>
            <p:ph type="title"/>
          </p:nvPr>
        </p:nvSpPr>
        <p:spPr>
          <a:xfrm>
            <a:off x="938907" y="282800"/>
            <a:ext cx="5217172" cy="1288673"/>
          </a:xfrm>
        </p:spPr>
        <p:txBody>
          <a:bodyPr anchor="b">
            <a:normAutofit/>
          </a:bodyPr>
          <a:lstStyle/>
          <a:p>
            <a:r>
              <a:rPr lang="en-US"/>
              <a:t>   </a:t>
            </a:r>
          </a:p>
        </p:txBody>
      </p:sp>
      <p:sp>
        <p:nvSpPr>
          <p:cNvPr id="3" name="Content Placeholder 2">
            <a:extLst>
              <a:ext uri="{FF2B5EF4-FFF2-40B4-BE49-F238E27FC236}">
                <a16:creationId xmlns:a16="http://schemas.microsoft.com/office/drawing/2014/main" id="{FB3EB4A5-2F58-4B7A-9138-5A421B40DC9B}"/>
              </a:ext>
            </a:extLst>
          </p:cNvPr>
          <p:cNvSpPr>
            <a:spLocks noGrp="1"/>
          </p:cNvSpPr>
          <p:nvPr>
            <p:ph idx="1"/>
          </p:nvPr>
        </p:nvSpPr>
        <p:spPr>
          <a:xfrm>
            <a:off x="360252" y="3424875"/>
            <a:ext cx="5477216" cy="3367993"/>
          </a:xfrm>
        </p:spPr>
        <p:txBody>
          <a:bodyPr>
            <a:normAutofit/>
          </a:bodyPr>
          <a:lstStyle/>
          <a:p>
            <a:pPr marL="0" indent="0">
              <a:lnSpc>
                <a:spcPct val="100000"/>
              </a:lnSpc>
              <a:spcAft>
                <a:spcPts val="800"/>
              </a:spcAft>
              <a:buNone/>
            </a:pPr>
            <a:endParaRPr lang="en-US" sz="1800">
              <a:effectLst/>
              <a:latin typeface="Calibri" panose="020F0502020204030204" pitchFamily="34" charset="0"/>
              <a:ea typeface="Times New Roman" panose="02020603050405020304" pitchFamily="18" charset="0"/>
              <a:cs typeface="Times New Roman" panose="02020603050405020304" pitchFamily="18" charset="0"/>
            </a:endParaRPr>
          </a:p>
          <a:p>
            <a:pPr indent="457200">
              <a:lnSpc>
                <a:spcPct val="107000"/>
              </a:lnSpc>
              <a:spcAft>
                <a:spcPts val="800"/>
              </a:spcAft>
            </a:pPr>
            <a:r>
              <a:rPr lang="ro-RO" sz="1600" kern="100">
                <a:effectLst/>
                <a:latin typeface="Avenir Next LT Pro" panose="020B0504020202020204" pitchFamily="34" charset="0"/>
                <a:ea typeface="Malgun Gothic" panose="020B0503020000020004" pitchFamily="34" charset="-127"/>
                <a:cs typeface="Times New Roman" panose="02020603050405020304" pitchFamily="18" charset="0"/>
              </a:rPr>
              <a:t>Tabelele TRECERI_MASINI, TRECERI_TRAMVAIE și TRECERI_AUTOBUZE țin evidența timpului petrecut de fiecare vehicul la semafor. Cheia primară este ID și cheile externe sunt ID_MSN, ID_TRMV și ID_ATB, care trimit către entitățile MASINI, TRAMVAIE și AUTOBUZE, respectiv atributul ID_SEM către entitatea SEMAFOARE. </a:t>
            </a:r>
            <a:endParaRPr lang="en-GB" sz="1600" kern="100">
              <a:effectLst/>
              <a:latin typeface="Arial" panose="020B0604020202020204" pitchFamily="34" charset="0"/>
              <a:ea typeface="Malgun Gothic" panose="020B0503020000020004" pitchFamily="34" charset="-127"/>
              <a:cs typeface="Times New Roman" panose="02020603050405020304" pitchFamily="18" charset="0"/>
            </a:endParaRPr>
          </a:p>
        </p:txBody>
      </p:sp>
      <p:grpSp>
        <p:nvGrpSpPr>
          <p:cNvPr id="139" name="Graphic 190">
            <a:extLst>
              <a:ext uri="{FF2B5EF4-FFF2-40B4-BE49-F238E27FC236}">
                <a16:creationId xmlns:a16="http://schemas.microsoft.com/office/drawing/2014/main" id="{0E01B404-974F-4AE2-B624-17BB796E4C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56620" y="736826"/>
            <a:ext cx="1598829" cy="531293"/>
            <a:chOff x="2504802" y="1755501"/>
            <a:chExt cx="1598829" cy="531293"/>
          </a:xfrm>
          <a:solidFill>
            <a:schemeClr val="tx1"/>
          </a:solidFill>
        </p:grpSpPr>
        <p:sp>
          <p:nvSpPr>
            <p:cNvPr id="2327" name="Freeform: Shape 139">
              <a:extLst>
                <a:ext uri="{FF2B5EF4-FFF2-40B4-BE49-F238E27FC236}">
                  <a16:creationId xmlns:a16="http://schemas.microsoft.com/office/drawing/2014/main" id="{67FEB7B1-DDBA-42D8-94CB-1B67FE8A46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F4FA28F1-7DF7-4464-9F21-7F65D9C16F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grpSp>
        <p:nvGrpSpPr>
          <p:cNvPr id="143" name="Group 142">
            <a:extLst>
              <a:ext uri="{FF2B5EF4-FFF2-40B4-BE49-F238E27FC236}">
                <a16:creationId xmlns:a16="http://schemas.microsoft.com/office/drawing/2014/main" id="{4B298437-9289-4DEE-A22A-B50B8E0C57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85765" y="619275"/>
            <a:ext cx="932200" cy="932200"/>
            <a:chOff x="10791258" y="619275"/>
            <a:chExt cx="932200" cy="932200"/>
          </a:xfrm>
        </p:grpSpPr>
        <p:sp>
          <p:nvSpPr>
            <p:cNvPr id="144" name="Graphic 212">
              <a:extLst>
                <a:ext uri="{FF2B5EF4-FFF2-40B4-BE49-F238E27FC236}">
                  <a16:creationId xmlns:a16="http://schemas.microsoft.com/office/drawing/2014/main" id="{59E0E14B-533C-4293-A8D7-28796C92D3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45" name="Graphic 212">
              <a:extLst>
                <a:ext uri="{FF2B5EF4-FFF2-40B4-BE49-F238E27FC236}">
                  <a16:creationId xmlns:a16="http://schemas.microsoft.com/office/drawing/2014/main" id="{14E2471F-A3DF-4EAB-84FF-9780F82F8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grpSp>
        <p:nvGrpSpPr>
          <p:cNvPr id="147" name="Group 146">
            <a:extLst>
              <a:ext uri="{FF2B5EF4-FFF2-40B4-BE49-F238E27FC236}">
                <a16:creationId xmlns:a16="http://schemas.microsoft.com/office/drawing/2014/main" id="{0A8BC7D6-3432-421F-90E8-E5BF9B9D39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628487" y="4452518"/>
            <a:ext cx="1152011" cy="1152031"/>
            <a:chOff x="10154385" y="4452524"/>
            <a:chExt cx="1443404" cy="1443428"/>
          </a:xfrm>
          <a:solidFill>
            <a:schemeClr val="tx1"/>
          </a:solidFill>
        </p:grpSpPr>
        <p:grpSp>
          <p:nvGrpSpPr>
            <p:cNvPr id="148" name="Graphic 4">
              <a:extLst>
                <a:ext uri="{FF2B5EF4-FFF2-40B4-BE49-F238E27FC236}">
                  <a16:creationId xmlns:a16="http://schemas.microsoft.com/office/drawing/2014/main" id="{764DF47C-D245-46EE-A937-932EC186CC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5734037" y="3067039"/>
              <a:chExt cx="724483" cy="724489"/>
            </a:xfrm>
            <a:grpFill/>
          </p:grpSpPr>
          <p:sp>
            <p:nvSpPr>
              <p:cNvPr id="319" name="Freeform: Shape 318">
                <a:extLst>
                  <a:ext uri="{FF2B5EF4-FFF2-40B4-BE49-F238E27FC236}">
                    <a16:creationId xmlns:a16="http://schemas.microsoft.com/office/drawing/2014/main" id="{B6EA011F-E7F7-4A27-B6B2-9832E93547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5D458372-A83B-43D3-9998-D1D2B30815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77D64EA0-FFCF-4BDF-89B2-5B648CD1F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033E79C-0381-469C-8800-4B4FEE9FD6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E384816D-093E-4BB4-89A6-B6E4950C3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F2DE614D-A78E-4CF9-80E7-658607310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77288799-85C0-4A9E-83BF-7B84F6E9D8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A7C530FF-B456-4339-BBD9-75981532A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893DC5CA-F466-4BB7-B330-5946C3EBCB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652AD3C1-566F-41D7-8059-807188288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EBEA6F10-8633-48F6-AE72-D03B44BF2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19629B1F-7CE2-43B6-81E1-4556AF2A5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1CE04191-338C-438C-A70F-B4F362F5F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D0E302DE-F5BF-44C3-B4D3-88E2A73C8B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8A690F16-904F-4F71-9EEF-2DFCBE31B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99C1E91C-D127-487C-A335-9A012661F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35539DB9-BA80-4876-AB4E-61BC7B18E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90094BC3-EA93-4795-A26E-236E7F295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C9C2B563-C93E-4ABD-9449-21A2E5BE2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38D90666-0FEC-4890-81A4-1F09924BF0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4FE7571C-1478-498F-9E95-5BA8B678A4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107CDB14-39D0-479D-AE83-726D910D54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B2771033-D4AE-42FC-9473-0347188B9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F0B48913-7143-42A4-8120-353ABABDC7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6EA5364A-A1F2-45EC-969B-B7B5F00614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8BC60A3A-669D-471C-9481-A15DF5038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47684A41-39DE-4BB2-B472-28A5AB7A1C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A9AAFEBC-D145-4DA1-A650-4FBEBC662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36EA8E14-F741-4E55-B759-E8093BFAB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AD192A52-549A-421F-8770-413344929D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54BFC0C9-6D6C-41D5-877A-7052FD7221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B988EE7A-D042-49A7-959A-AB44232728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CD0DCAA3-971E-4EFA-9812-8A404DBC7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844A7012-7332-4C82-BF0E-4834C8DCEE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601BD996-AF3D-405D-8A11-719225B24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32D9A512-3288-4B8C-BCC2-889B95B4E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CEE70BE8-3A6B-4570-8476-219699AF39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04A60616-6526-40BE-A8BC-595F49AC2F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663B88BB-FC18-41D5-9C5B-B4EEA43D64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34C9DF15-6DE1-4839-93F0-95F376351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E694AEEB-E314-4562-BF3F-F5B865E4C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8949D739-43C2-4128-86AB-BE710A35ED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942A5148-2DB9-48F8-8269-3A71C4512F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4B688197-714F-4C1C-9B32-E2D81F1C9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6A6A0BC0-91AB-4840-8AA1-553B092C5E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FF46D4FF-A70E-4F8B-8471-BA483E5D8A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228BC4A2-4A8B-4616-9ADF-17D37019D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40B1722B-3BB7-49CA-89E6-C2F50891D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E521A95C-93A2-4E5D-BE31-6E5F62AE7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1A78E7DE-6742-4A64-AC19-6C615C376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8768DBB7-A35B-49D8-BC5C-FF3619151F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85CF4963-8446-4F68-9A7A-B50DE870A0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3EB48C3A-7DBA-48D1-B479-386CCE543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02D97164-3DC5-421E-87D7-6923B8330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3A6DBB7C-9533-4A99-942E-22A0EC2F41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A617E8CA-2845-4AA6-A0E6-D786F0E95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B91B0F15-8290-40BE-A056-8A7B5E84C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A095B22C-D5E4-4412-A33A-572956A8E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6413F144-0EAC-46C1-A89A-E76106649A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5D0E1500-9FD0-4426-B8D2-BDFE30927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9F34C9FD-3B20-43DA-95EA-35886687AE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C39D8CB1-C9E7-4763-B62D-1314196A76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E09CF46E-FB6D-4FBD-B01B-43518534F7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B4DA1727-78CE-40F1-A689-A9787274C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E94372DB-6954-4A1D-8C5A-E36C2B99C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04FD5EE8-6B98-4CBE-A34B-B02D733C5E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696ABB36-2D77-4E67-9583-76159BEED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E6209AD8-CF8B-49AB-89CD-47BB53A078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068EE6CA-AAF1-4C40-921F-D02DA011DD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26AE9971-42A3-4055-A84F-3BE66638A7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4A4C4C31-0BAE-40AF-A0DD-9E8535F8E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009AF775-6BD6-40D9-BF43-38037C9489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4330B4F0-D1EC-45CA-84A9-281491D9C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6FB936AE-01B0-4B4E-8BDB-71221853B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D64C9C59-35B4-4175-BD0B-862DB3695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2949ADB1-3F97-4F4E-B27D-0C2C99FECA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C7E7BC03-4365-4267-BEF5-29B87D03F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6" name="Freeform: Shape 395">
                <a:extLst>
                  <a:ext uri="{FF2B5EF4-FFF2-40B4-BE49-F238E27FC236}">
                    <a16:creationId xmlns:a16="http://schemas.microsoft.com/office/drawing/2014/main" id="{3275D5DF-DA70-4E66-9CDB-EC30E9F33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88A24D17-5992-43CA-9837-9F1342781F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4AEEC2F8-B9B5-427D-B1F4-9A3B24A4F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9BFCE7F9-A73E-438D-9E4D-DD2573BE6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0A195B1B-62C3-47E6-8F0A-18C8CE48F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37762D87-00A0-4EF8-913E-AAFB725779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95D960C5-C8F4-4C8D-AEA1-B15D22D987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58679F34-F645-4977-9141-AE0DF99B86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23145794-9EDD-4491-87F3-70E69872A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E45417F9-CBA3-4B04-810F-99E33656B0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7FBF0752-07C9-4939-BF51-F60F491C54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5EE8F42B-3290-46B8-B0AF-B6B7436219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43A3DC55-4CCD-4378-BDDE-E3EE92F8E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5ED2E89E-8A9B-4F8E-9F19-B1185A1CB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451942DD-8B41-457D-A0E8-6AA9D6AA8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116B7192-A61C-44FF-A787-7F36021DAF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273B36FE-6F70-4780-BD1A-F69FB565A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CC59C483-C7AF-45EB-847F-FC63DD5A3D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8DDBBB7E-0FCB-441D-8685-C314430747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1500519F-E3D8-4F5D-8BF3-8F15F4BB7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6" name="Freeform: Shape 415">
                <a:extLst>
                  <a:ext uri="{FF2B5EF4-FFF2-40B4-BE49-F238E27FC236}">
                    <a16:creationId xmlns:a16="http://schemas.microsoft.com/office/drawing/2014/main" id="{52409787-9C7F-4B9B-AA42-F5B5DAF66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6F698306-7FDC-43F4-A928-80DE5A474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DF7879DC-A20F-433F-ADD0-7A240C70AE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A83D3836-D3B0-434D-A26B-FB0AE61D23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96D6B4F6-02A9-4BFE-8300-0E95CEBEC2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117980F7-762B-4C6D-87EE-8B06BF2B6A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EB25595A-B8B9-4337-AC59-7C63320E0B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F7352AA8-4A98-47AB-AD53-963BD75A1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6E5E175F-B75F-4B1D-BB44-5C44CEF8E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CD1F8433-ED8B-414A-93FF-67FE104E8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1EE8B47F-2BF0-4F1D-AE52-C7ECE277D7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A758AF4F-E7C1-4B7F-B596-EBBD4227BC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889A745B-3BED-40F7-8261-69CD63539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B1B7C29D-9C7D-48E1-972C-E666E8EAE5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DFC3A349-CC86-4D83-82BC-421130F9B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1" name="Freeform: Shape 430">
                <a:extLst>
                  <a:ext uri="{FF2B5EF4-FFF2-40B4-BE49-F238E27FC236}">
                    <a16:creationId xmlns:a16="http://schemas.microsoft.com/office/drawing/2014/main" id="{2DBE4DDA-8095-4407-988A-C0D1944CB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BCBF14E2-D217-4826-853E-DFA7CDB6E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B11F2262-F1E1-4E1B-AC25-B27766B2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E3282B64-F198-42FE-BF95-41A3E60B8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B191314A-B68B-462F-978C-931968F22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9C10412E-0F8D-48B0-9AEA-4B9E3C5BC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D45E4142-9114-43EF-AF76-50743EE2B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118E6415-BABA-4A8B-939D-D3708A6F6B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B20F7E56-333C-4D31-B009-C14DD8FF74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1E66C05C-DC5A-4D6E-BB5E-3AB49C3D2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A1C27E0F-5E2A-452C-8E5C-F4AE77D35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5800A847-27F6-4050-A666-7EFD66026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41790167-6234-4B9D-ADBF-CF2C942E24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87DF862F-062E-44A5-9EE8-7C27A70A9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5139A566-2510-4665-8F42-CAE61CC63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EC1B42BE-601F-4477-A1E4-08F1B7553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6126EA27-2BB4-4F66-AADD-A948349CA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C2612DF1-5558-4144-A68A-4B8908EDA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6AB8B3A3-7DC3-40DA-B716-B991C0F0F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8D5513B1-B754-47CA-8027-194024E9F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51" name="Freeform: Shape 450">
                <a:extLst>
                  <a:ext uri="{FF2B5EF4-FFF2-40B4-BE49-F238E27FC236}">
                    <a16:creationId xmlns:a16="http://schemas.microsoft.com/office/drawing/2014/main" id="{6E2AFDE0-2C8B-4843-87A2-00FB6C1D3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322B2ED8-8734-45BA-BDB8-DFCB66408C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97598399-1C0C-4D9D-8529-478F566BF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5572A984-BB9A-45CD-B1CF-65ED4445E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55F65930-C0E0-46E2-B7DA-04DCE7014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548B7EBF-FAE9-455B-8C9C-B1A87F0F87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457" name="Freeform: Shape 456">
                <a:extLst>
                  <a:ext uri="{FF2B5EF4-FFF2-40B4-BE49-F238E27FC236}">
                    <a16:creationId xmlns:a16="http://schemas.microsoft.com/office/drawing/2014/main" id="{F7E9EF55-C9C5-46DB-BB9F-64EF0B03C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D3EDD473-682F-4658-B61B-6286D55D2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64239637-5087-4268-8DD8-FC90118FF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BE8672AD-1C52-4E40-9DA8-DD905829A0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9A8BB16E-BB0B-4C9A-ABDB-D92B375900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92744AB8-F786-4A66-89FE-BA512ACAA6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104F498D-E716-4266-99A6-C99D920ED9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64" name="Freeform: Shape 463">
                <a:extLst>
                  <a:ext uri="{FF2B5EF4-FFF2-40B4-BE49-F238E27FC236}">
                    <a16:creationId xmlns:a16="http://schemas.microsoft.com/office/drawing/2014/main" id="{50963E8C-A1AD-4E4C-A59D-FAD3815980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5" name="Freeform: Shape 464">
                <a:extLst>
                  <a:ext uri="{FF2B5EF4-FFF2-40B4-BE49-F238E27FC236}">
                    <a16:creationId xmlns:a16="http://schemas.microsoft.com/office/drawing/2014/main" id="{8AA1427B-7471-4F6F-9665-064353592D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6" name="Freeform: Shape 465">
                <a:extLst>
                  <a:ext uri="{FF2B5EF4-FFF2-40B4-BE49-F238E27FC236}">
                    <a16:creationId xmlns:a16="http://schemas.microsoft.com/office/drawing/2014/main" id="{A65698F5-0892-47EB-B493-B7C17B735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67" name="Freeform: Shape 466">
                <a:extLst>
                  <a:ext uri="{FF2B5EF4-FFF2-40B4-BE49-F238E27FC236}">
                    <a16:creationId xmlns:a16="http://schemas.microsoft.com/office/drawing/2014/main" id="{073E74EF-EDB7-4E40-BFEC-07A79CE23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8" name="Freeform: Shape 467">
                <a:extLst>
                  <a:ext uri="{FF2B5EF4-FFF2-40B4-BE49-F238E27FC236}">
                    <a16:creationId xmlns:a16="http://schemas.microsoft.com/office/drawing/2014/main" id="{F6CBDFCC-4247-4061-9CC8-F97E878A0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69" name="Freeform: Shape 468">
                <a:extLst>
                  <a:ext uri="{FF2B5EF4-FFF2-40B4-BE49-F238E27FC236}">
                    <a16:creationId xmlns:a16="http://schemas.microsoft.com/office/drawing/2014/main" id="{C0917AA2-D197-402E-A1A6-C83045800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0" name="Freeform: Shape 469">
                <a:extLst>
                  <a:ext uri="{FF2B5EF4-FFF2-40B4-BE49-F238E27FC236}">
                    <a16:creationId xmlns:a16="http://schemas.microsoft.com/office/drawing/2014/main" id="{FBA78735-86F7-467C-98AF-B503234A1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1" name="Freeform: Shape 470">
                <a:extLst>
                  <a:ext uri="{FF2B5EF4-FFF2-40B4-BE49-F238E27FC236}">
                    <a16:creationId xmlns:a16="http://schemas.microsoft.com/office/drawing/2014/main" id="{A2A9470A-A0B7-4045-BF89-CB240F8FC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2" name="Freeform: Shape 471">
                <a:extLst>
                  <a:ext uri="{FF2B5EF4-FFF2-40B4-BE49-F238E27FC236}">
                    <a16:creationId xmlns:a16="http://schemas.microsoft.com/office/drawing/2014/main" id="{F493D6AD-A577-467E-8FBA-4796009F7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3" name="Freeform: Shape 472">
                <a:extLst>
                  <a:ext uri="{FF2B5EF4-FFF2-40B4-BE49-F238E27FC236}">
                    <a16:creationId xmlns:a16="http://schemas.microsoft.com/office/drawing/2014/main" id="{220430A6-2D2B-43D2-96B7-A918E83792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4" name="Freeform: Shape 473">
                <a:extLst>
                  <a:ext uri="{FF2B5EF4-FFF2-40B4-BE49-F238E27FC236}">
                    <a16:creationId xmlns:a16="http://schemas.microsoft.com/office/drawing/2014/main" id="{D3A6342A-024B-4CE5-A64A-B76FA5E64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75" name="Freeform: Shape 474">
                <a:extLst>
                  <a:ext uri="{FF2B5EF4-FFF2-40B4-BE49-F238E27FC236}">
                    <a16:creationId xmlns:a16="http://schemas.microsoft.com/office/drawing/2014/main" id="{F423E7C6-EF86-4CAA-8650-F020051220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6" name="Freeform: Shape 475">
                <a:extLst>
                  <a:ext uri="{FF2B5EF4-FFF2-40B4-BE49-F238E27FC236}">
                    <a16:creationId xmlns:a16="http://schemas.microsoft.com/office/drawing/2014/main" id="{260A6113-BA8A-426B-9C3D-839577991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7" name="Freeform: Shape 476">
                <a:extLst>
                  <a:ext uri="{FF2B5EF4-FFF2-40B4-BE49-F238E27FC236}">
                    <a16:creationId xmlns:a16="http://schemas.microsoft.com/office/drawing/2014/main" id="{2B6C882D-BB2E-4A52-843D-A19DEACA8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8" name="Freeform: Shape 477">
                <a:extLst>
                  <a:ext uri="{FF2B5EF4-FFF2-40B4-BE49-F238E27FC236}">
                    <a16:creationId xmlns:a16="http://schemas.microsoft.com/office/drawing/2014/main" id="{2BD4A578-9F57-4AA9-929A-E17570069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9" name="Freeform: Shape 478">
                <a:extLst>
                  <a:ext uri="{FF2B5EF4-FFF2-40B4-BE49-F238E27FC236}">
                    <a16:creationId xmlns:a16="http://schemas.microsoft.com/office/drawing/2014/main" id="{39C574D7-7B5C-4491-8CEA-9AB2A6A23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0" name="Freeform: Shape 479">
                <a:extLst>
                  <a:ext uri="{FF2B5EF4-FFF2-40B4-BE49-F238E27FC236}">
                    <a16:creationId xmlns:a16="http://schemas.microsoft.com/office/drawing/2014/main" id="{37BFA8DF-1005-4EED-81D0-2F8D07B13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81" name="Freeform: Shape 480">
                <a:extLst>
                  <a:ext uri="{FF2B5EF4-FFF2-40B4-BE49-F238E27FC236}">
                    <a16:creationId xmlns:a16="http://schemas.microsoft.com/office/drawing/2014/main" id="{90207940-3589-4DE0-B1B8-E9FD38442A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2" name="Freeform: Shape 481">
                <a:extLst>
                  <a:ext uri="{FF2B5EF4-FFF2-40B4-BE49-F238E27FC236}">
                    <a16:creationId xmlns:a16="http://schemas.microsoft.com/office/drawing/2014/main" id="{3A5E8C6C-526B-487A-B0F3-4EA69D90C8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83" name="Freeform: Shape 482">
                <a:extLst>
                  <a:ext uri="{FF2B5EF4-FFF2-40B4-BE49-F238E27FC236}">
                    <a16:creationId xmlns:a16="http://schemas.microsoft.com/office/drawing/2014/main" id="{DFF5B9C9-0C85-4673-AE7D-5A378B4A0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84" name="Freeform: Shape 483">
                <a:extLst>
                  <a:ext uri="{FF2B5EF4-FFF2-40B4-BE49-F238E27FC236}">
                    <a16:creationId xmlns:a16="http://schemas.microsoft.com/office/drawing/2014/main" id="{38B407A1-1804-4518-8D54-8BA1C9478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85" name="Freeform: Shape 484">
                <a:extLst>
                  <a:ext uri="{FF2B5EF4-FFF2-40B4-BE49-F238E27FC236}">
                    <a16:creationId xmlns:a16="http://schemas.microsoft.com/office/drawing/2014/main" id="{490BDDD0-06F2-4BF6-B501-6FE7B2FA21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86" name="Freeform: Shape 485">
                <a:extLst>
                  <a:ext uri="{FF2B5EF4-FFF2-40B4-BE49-F238E27FC236}">
                    <a16:creationId xmlns:a16="http://schemas.microsoft.com/office/drawing/2014/main" id="{4049B8A9-52DD-4D7A-8C9D-8503C7A8C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487" name="Freeform: Shape 486">
                <a:extLst>
                  <a:ext uri="{FF2B5EF4-FFF2-40B4-BE49-F238E27FC236}">
                    <a16:creationId xmlns:a16="http://schemas.microsoft.com/office/drawing/2014/main" id="{CA6A9F65-6E03-4A52-A212-3B2B2F9A0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grpSp>
          <p:nvGrpSpPr>
            <p:cNvPr id="2328" name="Graphic 4">
              <a:extLst>
                <a:ext uri="{FF2B5EF4-FFF2-40B4-BE49-F238E27FC236}">
                  <a16:creationId xmlns:a16="http://schemas.microsoft.com/office/drawing/2014/main" id="{75272C56-516F-448F-A689-99DDF807629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5734037" y="3067039"/>
              <a:chExt cx="724483" cy="724489"/>
            </a:xfrm>
            <a:grpFill/>
          </p:grpSpPr>
          <p:sp>
            <p:nvSpPr>
              <p:cNvPr id="2329" name="Freeform: Shape 149">
                <a:extLst>
                  <a:ext uri="{FF2B5EF4-FFF2-40B4-BE49-F238E27FC236}">
                    <a16:creationId xmlns:a16="http://schemas.microsoft.com/office/drawing/2014/main" id="{01850FE0-7F44-4F7B-AEC0-EC1877240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22CC5AB4-2046-49CE-8328-15216AC6D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0689F1F1-A8B0-4B1E-AF86-5BA247390C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C098B5BF-7A47-4612-99A7-92913B240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0701C5C2-0698-4B5D-9A72-1F233D75E7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91EAE1A4-9E27-4958-86A7-13D051B1E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1378738E-B89D-4E88-AC52-4F35639B4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FD21C36E-AD47-4919-9B61-A4E46D4AF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50BC5A3F-6226-4627-8935-C6523658E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4F827952-69BF-4640-82D8-E1A7991C1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38955A36-AB1C-49F6-8303-48F0CECB6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A94D64E4-0F73-4636-8483-D72F552D42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801622FC-712F-4CDA-AD0F-48D6AEEE2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E2464837-766D-4495-B542-3E55CA313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42E2011A-A691-4056-BA83-5AE5DA5D2F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B25D03B6-BA5C-4F35-B534-2958BE2D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AFFA21F3-49AA-4046-AA1B-8AF347E65D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6AD5F85E-4055-4660-9612-0FAAB83C9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042F0FC1-F3C6-4F46-8689-752836939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2BD2B2E5-6320-4D47-A498-BA4B872B40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8F464586-9DDA-4328-805D-80B712E2DB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85B3F8A1-D5AE-49DF-A40E-ACC1E3121B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B89CB14C-CBE9-429B-BEF1-5B364C4DF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1157CE18-C763-4AA0-92AA-2C0F0C0BC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F4CF8E8-E78C-4FCE-9191-C0D2D78A11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B4EA3223-D631-41C3-A439-7BD891A936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90F9C61-C8B5-4067-8B02-2201380D4B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B6A80D9A-67F0-4CD7-9340-A92FF6B71B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A8E2ACFD-43B0-477D-B4BA-00CA38CDE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9A66B1B2-4ECE-4EB0-89ED-466167C53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F2C465D2-FE19-4020-8DED-4A6F8DAB7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9C66B733-FA4A-4E4C-B93B-7C33AF2DEC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981F9387-3002-4AC4-8A38-E869E6644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566E1CD5-F7E2-45D7-AEF7-BC08FE3C65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BEECF55A-054C-4075-A383-6AA7730DD4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BB6417CB-6916-4D45-9675-BB940158F2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071B27B1-619D-450C-AE37-4711931A7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194A3B9C-75FA-4F91-B74F-4904D9D82D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C737D59-38C5-4C71-8E82-3242EC269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0FE06754-0432-42D1-B88A-80C1C9575A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AF9EE4B1-D5B7-43E0-B69F-363DDCBBDA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5CE7C87C-53F5-406C-9565-A6287453F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15DA7714-98BE-4DB5-A732-E51BE0FC1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EE99D639-E701-422B-99B2-B908FFC40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3CFC8C86-6A9B-4FC2-850F-244CC809A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1A3BE664-FC9E-4C30-ABFA-C3597B5056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91EF4631-B670-463C-ABA3-80120C96F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8805675E-8B92-477F-A381-D568EEAC03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FABE2F0D-23FA-4FA8-AF49-831C6F8FF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B4935589-F286-4F1D-8141-DC29318E4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AA8537D0-FA05-4E99-98CD-14A1E2E40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64306776-4597-40C1-8CEA-5B0B7A170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832B998B-E2E7-48D3-A858-83E55EC129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CF7AAF66-7ACC-4337-84A0-49F4D5247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944F3A7-9E59-4599-AC48-9A60462D1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13ECF174-F0E7-4DB5-ABFC-1506C97A05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854DE89E-1C25-4524-B470-BDD18E1D7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566B3EB3-A9F5-4E2E-9D31-93A2B7CA51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D698F22B-2E15-4E95-B62C-67A23816B9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47244A1D-0DE6-41FD-B791-44684D49F0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8CFA451F-2534-4429-8EB7-F481A1A0B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318BF261-C3FB-423A-8E99-8F78BB5E3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8EEAA0F9-44F7-4442-92B2-C3236491DC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650D9881-601E-4D65-BC57-2B3FFB98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7D21934B-62BB-4FD0-9CAD-4A9463628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516AFB2A-6A2C-454C-9B85-7F7C0601D2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7604E0FD-4716-4EBB-A84D-CD4DE76DF5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53126F09-55DB-41DE-AC1E-C16A3900AB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0F375666-5F5B-4FF9-82E6-EE5844B07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5E6B0421-EADA-4552-A7DA-C0094C31A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CA326009-6419-464C-90F4-7052E1CE8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9CA9BB2B-26FD-4082-8C98-D77773C59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931B940C-BBBF-4B19-850A-827E275B08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444386D-718F-4F16-AFE5-418910F494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56994DF6-17CA-4780-9299-F697C123B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CF11D648-BCB9-48B7-BB5A-587E0E474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FD1CA17-E5F7-4BA5-9628-8FAEF8E964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DE3E270E-0B56-420B-9E11-39C0053909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4DCC3E57-366D-433D-A692-173467B4B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E9037CC2-FE33-4DAE-A097-7089747D88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EB51A605-EA22-4197-82CB-2DBC54D87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0A8AA9E1-27CF-40F1-9C39-5E7974034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B7A91EA2-DA67-42CD-8DB0-B0EFEBFBE9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236D129D-B6B1-4B3A-884B-F258C5075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54D00009-F50B-4211-A557-9928B1E23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CD372432-51DF-4952-A7A1-2662B17B84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4A7BBA90-77FB-4446-B5C3-8A9D095FB2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35439AE7-1B79-45F6-9B9E-BD3FE107C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0CEA0EC4-CA9E-449B-B165-93AE862BF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D4696EC4-B697-4F0F-AC37-50B86C2585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FC6C4A62-16B1-4A4E-AE66-987528E10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EC2B6603-1E71-4632-9336-2EF04631E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71FD4202-4E65-42DC-A151-A4E12CCD3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46A045D1-9E13-4D1B-B0B2-51253608D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D129FF56-4A2C-4248-8D61-2D443078EA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869EDB80-421B-41B1-BEAA-EBCF78528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1CCC5634-ECE2-48FA-A017-4E56165968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12E6B449-4B47-4B3D-87BD-CD5ABCE2A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DBF0712D-1990-44E3-A0E9-3B58794BB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7D56FF7E-12BD-4B18-8E8C-832F44ED3E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ADB24642-D1B7-4310-B509-E87B615D54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CBC1CF74-4E99-4B74-A113-4D86AD4B1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F63D4008-B633-4D42-B8D9-6A2EF4540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12B2253E-79EA-462F-B0F7-7AC2680D1A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F3DBC8E6-6D1A-48C9-BDCB-118C3F7E0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CA62A208-74D3-4715-AA45-4242BFCACD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62EF3051-B7EB-40BF-9517-DACEC4F699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A5BFA2B5-1495-4C12-91F9-A97FA4BF9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84FAC3B1-CEB4-4FC0-988E-A6A69C26D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E675E80D-4CA9-4B35-9E02-88A36BE23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4AF02B8-6EDB-4F9C-A5BC-8824631E3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8E47A36D-3C57-447D-A683-6A127BDCF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D5C5909D-E4BA-49FD-979B-E5354BD8B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D2FB7182-E36E-492B-8063-D696513FF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C5057475-340D-4D05-A9A0-7D0A142A91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A3A713E7-DDBB-471D-9C62-06FED1733B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7B329B3-8C59-46A9-8619-39AAB6BC4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B4967109-0937-40E9-B514-211A7139A4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AFA6018E-BDA4-431E-A554-929F4064A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AB94711B-6944-496D-9610-6FD9EEFEFA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A6943304-77CF-476D-97FE-2446AFB77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BB0D704E-F205-48A9-AB6C-7876F624BA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1A025AB1-A69C-4112-B52C-630D3794FB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BBF8F0BF-8B92-4A36-A6DC-A05499DAE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61523E0E-EDAD-481B-BC2C-CA1F4FCD6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17BD8317-81B6-4FBC-BE8B-0932B2F6C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6DC2D600-17FF-4995-BFCB-7828B7B3A7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0BF4B884-9C23-4CFE-83D9-2684311C2D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51890B6D-5E4A-410F-A6C1-3CFC026B6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7F9069B6-F9D4-4879-819C-BF26F05E74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9F7ED034-C43F-44EA-BD7F-402E15E69B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4A1AF245-4D76-4BEB-A140-CEB6CED79A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E200320D-258F-468E-A6AB-36A2248A9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DE1F0581-A718-4587-AF4F-41BD374E0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D6FE5071-2441-43A9-AF63-ECC3F5879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03757FD5-AB95-4F79-BE9D-578E27DA9F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447189BF-D4F8-465C-8671-BC3DFD1899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4C6D1DF9-B037-41C4-B6EC-79FCB01E0F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A9194234-0939-4C43-96C5-16A73A7AE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515179E6-CF1D-4543-A8A2-F6CDD1028E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21D3629E-CDA6-4C79-BB65-9DEE19607E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C993CC91-843C-4516-92F1-505C5C181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490A353D-6A43-4321-BB1D-AB6B57414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341F7DD8-0592-425F-80F8-6F8972F31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CB7AC72A-2A9E-435D-85CA-9F545AA4A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EA4D2FBC-CB8E-4996-9E48-7FB6A3C52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A42FB97E-E1D0-4445-8203-EB863FC07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4BDF055F-3D00-4F20-9D27-441A28422D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2F4A7659-EFA5-428B-BB2A-503190812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382E5248-5500-4FD3-80D5-72E5F37CD3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5A7BBE74-89A9-4296-BFD4-6BFE45086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9923C233-A2FB-49C0-BE39-65F2FDDE39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40033D00-0BCF-47A0-894B-7D7E58CC9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8935B4AD-5D38-4102-AF83-9DBBF51FE2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41C582AD-05A2-4DB7-B8F5-2B02417ABA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8D66DCE8-FAFB-42B8-BEB9-383E53FF86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BDB64AE3-FBBC-4060-BA4B-79DE4D588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5062B4C6-BBCF-44CF-A4A6-8A1900CAC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410E20E3-1A75-47B0-A487-92389EF833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0FE5E141-EEF6-4303-826C-1E55B3D54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DB86DCED-C16A-4A80-86D7-D8C533062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DEF7E440-9DEC-432B-8870-70B13E7ED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BE9CCDFD-227E-4A9C-AE7B-0AE303F3A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1ED97839-E4D7-4D9A-B458-17A6F25FC5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36FF737D-5C24-4CFB-AC90-7CAA71CCC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9F2CC475-46DE-40F1-8D24-494352F9B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94A11584-6B6C-4F9B-A379-2F8AEEFE2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FF21F17B-ACA1-4F1C-B89D-8A8663938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68308D72-A7DF-474E-BACE-C80A9E7DCC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grpSp>
      <p:sp>
        <p:nvSpPr>
          <p:cNvPr id="5" name="Oval 4">
            <a:extLst>
              <a:ext uri="{FF2B5EF4-FFF2-40B4-BE49-F238E27FC236}">
                <a16:creationId xmlns:a16="http://schemas.microsoft.com/office/drawing/2014/main" id="{7A18D6FC-0018-42A7-84FB-A5514058F2B1}"/>
              </a:ext>
            </a:extLst>
          </p:cNvPr>
          <p:cNvSpPr/>
          <p:nvPr/>
        </p:nvSpPr>
        <p:spPr>
          <a:xfrm>
            <a:off x="4910598" y="5487892"/>
            <a:ext cx="1258987" cy="1234912"/>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4B8749B-8760-4911-A19E-F751D7D7676A}"/>
              </a:ext>
            </a:extLst>
          </p:cNvPr>
          <p:cNvSpPr/>
          <p:nvPr/>
        </p:nvSpPr>
        <p:spPr>
          <a:xfrm>
            <a:off x="5142518" y="5702583"/>
            <a:ext cx="795146" cy="80552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8B25F97-D6CC-374D-CCB9-C0183F1CE1FD}"/>
              </a:ext>
            </a:extLst>
          </p:cNvPr>
          <p:cNvPicPr>
            <a:picLocks noChangeAspect="1"/>
          </p:cNvPicPr>
          <p:nvPr/>
        </p:nvPicPr>
        <p:blipFill rotWithShape="1">
          <a:blip r:embed="rId2">
            <a:extLst>
              <a:ext uri="{28A0092B-C50C-407E-A947-70E740481C1C}">
                <a14:useLocalDpi xmlns:a14="http://schemas.microsoft.com/office/drawing/2010/main" val="0"/>
              </a:ext>
            </a:extLst>
          </a:blip>
          <a:srcRect l="755" r="5776"/>
          <a:stretch/>
        </p:blipFill>
        <p:spPr>
          <a:xfrm>
            <a:off x="6429650" y="108383"/>
            <a:ext cx="5526171" cy="3248630"/>
          </a:xfrm>
          <a:prstGeom prst="rect">
            <a:avLst/>
          </a:prstGeom>
          <a:ln w="28575">
            <a:solidFill>
              <a:schemeClr val="accent2"/>
            </a:solidFill>
          </a:ln>
        </p:spPr>
      </p:pic>
      <p:pic>
        <p:nvPicPr>
          <p:cNvPr id="9" name="Picture 8">
            <a:extLst>
              <a:ext uri="{FF2B5EF4-FFF2-40B4-BE49-F238E27FC236}">
                <a16:creationId xmlns:a16="http://schemas.microsoft.com/office/drawing/2014/main" id="{ADCD4209-FB71-0B64-B2C1-0C409A36DFCE}"/>
              </a:ext>
            </a:extLst>
          </p:cNvPr>
          <p:cNvPicPr>
            <a:picLocks noChangeAspect="1"/>
          </p:cNvPicPr>
          <p:nvPr/>
        </p:nvPicPr>
        <p:blipFill rotWithShape="1">
          <a:blip r:embed="rId3">
            <a:extLst>
              <a:ext uri="{28A0092B-C50C-407E-A947-70E740481C1C}">
                <a14:useLocalDpi xmlns:a14="http://schemas.microsoft.com/office/drawing/2010/main" val="0"/>
              </a:ext>
            </a:extLst>
          </a:blip>
          <a:srcRect l="1984" r="5812" b="8213"/>
          <a:stretch/>
        </p:blipFill>
        <p:spPr>
          <a:xfrm>
            <a:off x="230449" y="110357"/>
            <a:ext cx="5526171" cy="3249387"/>
          </a:xfrm>
          <a:prstGeom prst="rect">
            <a:avLst/>
          </a:prstGeom>
          <a:ln w="28575">
            <a:solidFill>
              <a:srgbClr val="7030A0"/>
            </a:solidFill>
          </a:ln>
        </p:spPr>
      </p:pic>
      <p:pic>
        <p:nvPicPr>
          <p:cNvPr id="11" name="Picture 10">
            <a:extLst>
              <a:ext uri="{FF2B5EF4-FFF2-40B4-BE49-F238E27FC236}">
                <a16:creationId xmlns:a16="http://schemas.microsoft.com/office/drawing/2014/main" id="{E876D980-E1D9-10DF-0C8E-234C63431D89}"/>
              </a:ext>
            </a:extLst>
          </p:cNvPr>
          <p:cNvPicPr>
            <a:picLocks noChangeAspect="1"/>
          </p:cNvPicPr>
          <p:nvPr/>
        </p:nvPicPr>
        <p:blipFill rotWithShape="1">
          <a:blip r:embed="rId4">
            <a:extLst>
              <a:ext uri="{28A0092B-C50C-407E-A947-70E740481C1C}">
                <a14:useLocalDpi xmlns:a14="http://schemas.microsoft.com/office/drawing/2010/main" val="0"/>
              </a:ext>
            </a:extLst>
          </a:blip>
          <a:srcRect l="2058" r="931" b="1780"/>
          <a:stretch/>
        </p:blipFill>
        <p:spPr>
          <a:xfrm>
            <a:off x="6429650" y="3497161"/>
            <a:ext cx="5526171" cy="3228403"/>
          </a:xfrm>
          <a:prstGeom prst="rect">
            <a:avLst/>
          </a:prstGeom>
          <a:ln w="28575">
            <a:solidFill>
              <a:schemeClr val="accent1"/>
            </a:solidFill>
          </a:ln>
        </p:spPr>
      </p:pic>
      <p:sp>
        <p:nvSpPr>
          <p:cNvPr id="4" name="Oval 3">
            <a:extLst>
              <a:ext uri="{FF2B5EF4-FFF2-40B4-BE49-F238E27FC236}">
                <a16:creationId xmlns:a16="http://schemas.microsoft.com/office/drawing/2014/main" id="{E3CEA1B2-550F-6D52-8288-C342B584D565}"/>
              </a:ext>
            </a:extLst>
          </p:cNvPr>
          <p:cNvSpPr/>
          <p:nvPr/>
        </p:nvSpPr>
        <p:spPr>
          <a:xfrm>
            <a:off x="321056" y="3588404"/>
            <a:ext cx="398272" cy="398380"/>
          </a:xfrm>
          <a:prstGeom prst="ellipse">
            <a:avLst/>
          </a:prstGeom>
          <a:solidFill>
            <a:schemeClr val="accent1">
              <a:lumMod val="40000"/>
              <a:lumOff val="6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Tram Drawing Vector Images (over 790)">
            <a:extLst>
              <a:ext uri="{FF2B5EF4-FFF2-40B4-BE49-F238E27FC236}">
                <a16:creationId xmlns:a16="http://schemas.microsoft.com/office/drawing/2014/main" id="{66A4FB7E-C559-5F70-CB27-773CF34C9AC8}"/>
              </a:ext>
            </a:extLst>
          </p:cNvPr>
          <p:cNvPicPr>
            <a:picLocks noChangeAspect="1"/>
          </p:cNvPicPr>
          <p:nvPr/>
        </p:nvPicPr>
        <p:blipFill rotWithShape="1">
          <a:blip r:embed="rId5">
            <a:extLst>
              <a:ext uri="{28A0092B-C50C-407E-A947-70E740481C1C}">
                <a14:useLocalDpi xmlns:a14="http://schemas.microsoft.com/office/drawing/2010/main" val="0"/>
              </a:ext>
            </a:extLst>
          </a:blip>
          <a:srcRect l="15362" t="19710" r="15362" b="20000"/>
          <a:stretch/>
        </p:blipFill>
        <p:spPr bwMode="auto">
          <a:xfrm>
            <a:off x="11005012" y="2527618"/>
            <a:ext cx="910590" cy="792480"/>
          </a:xfrm>
          <a:prstGeom prst="rect">
            <a:avLst/>
          </a:prstGeom>
          <a:noFill/>
          <a:ln>
            <a:solidFill>
              <a:schemeClr val="tx1"/>
            </a:solidFill>
          </a:ln>
          <a:extLst>
            <a:ext uri="{53640926-AAD7-44D8-BBD7-CCE9431645EC}">
              <a14:shadowObscured xmlns:a14="http://schemas.microsoft.com/office/drawing/2010/main"/>
            </a:ext>
          </a:extLst>
        </p:spPr>
      </p:pic>
      <p:pic>
        <p:nvPicPr>
          <p:cNvPr id="10" name="Picture 9" descr="867,225 Bus Royalty-Free Images, Stock Photos &amp; Pictures | Shutterstock">
            <a:extLst>
              <a:ext uri="{FF2B5EF4-FFF2-40B4-BE49-F238E27FC236}">
                <a16:creationId xmlns:a16="http://schemas.microsoft.com/office/drawing/2014/main" id="{01502415-301B-EE27-E86B-9B7959570AD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5815" t="27934" r="50574" b="29311"/>
          <a:stretch/>
        </p:blipFill>
        <p:spPr bwMode="auto">
          <a:xfrm>
            <a:off x="11009730" y="6052529"/>
            <a:ext cx="917054" cy="611369"/>
          </a:xfrm>
          <a:prstGeom prst="rect">
            <a:avLst/>
          </a:prstGeom>
          <a:noFill/>
          <a:ln w="12700">
            <a:solidFill>
              <a:schemeClr val="tx1"/>
            </a:solidFill>
          </a:ln>
          <a:extLst>
            <a:ext uri="{53640926-AAD7-44D8-BBD7-CCE9431645EC}">
              <a14:shadowObscured xmlns:a14="http://schemas.microsoft.com/office/drawing/2010/main"/>
            </a:ext>
          </a:extLst>
        </p:spPr>
      </p:pic>
      <p:pic>
        <p:nvPicPr>
          <p:cNvPr id="12" name="Picture 11" descr="car silhouettes set - vector">
            <a:extLst>
              <a:ext uri="{FF2B5EF4-FFF2-40B4-BE49-F238E27FC236}">
                <a16:creationId xmlns:a16="http://schemas.microsoft.com/office/drawing/2014/main" id="{9C39969F-5F77-B53F-50EC-C8DFFF5EA73A}"/>
              </a:ext>
            </a:extLst>
          </p:cNvPr>
          <p:cNvPicPr>
            <a:picLocks noChangeAspect="1"/>
          </p:cNvPicPr>
          <p:nvPr/>
        </p:nvPicPr>
        <p:blipFill rotWithShape="1">
          <a:blip r:embed="rId7">
            <a:extLst>
              <a:ext uri="{28A0092B-C50C-407E-A947-70E740481C1C}">
                <a14:useLocalDpi xmlns:a14="http://schemas.microsoft.com/office/drawing/2010/main" val="0"/>
              </a:ext>
            </a:extLst>
          </a:blip>
          <a:srcRect l="350" t="62462" r="57707" b="5094"/>
          <a:stretch/>
        </p:blipFill>
        <p:spPr bwMode="auto">
          <a:xfrm>
            <a:off x="4876801" y="2917952"/>
            <a:ext cx="833748" cy="402146"/>
          </a:xfrm>
          <a:prstGeom prst="rect">
            <a:avLst/>
          </a:prstGeom>
          <a:noFill/>
          <a:ln w="12700">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14034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3973B-0B4E-45F5-8FC8-64F4D5C24B99}"/>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B84EF1FC-676D-4D1E-BBC4-1F02E67613C4}"/>
              </a:ext>
            </a:extLst>
          </p:cNvPr>
          <p:cNvSpPr>
            <a:spLocks noGrp="1"/>
          </p:cNvSpPr>
          <p:nvPr>
            <p:ph idx="1"/>
          </p:nvPr>
        </p:nvSpPr>
        <p:spPr>
          <a:xfrm>
            <a:off x="7522589" y="1050381"/>
            <a:ext cx="4227136" cy="144540"/>
          </a:xfrm>
        </p:spPr>
        <p:txBody>
          <a:bodyPr>
            <a:normAutofit fontScale="25000" lnSpcReduction="20000"/>
          </a:bodyPr>
          <a:lstStyle/>
          <a:p>
            <a:pPr marL="0" indent="0">
              <a:buNone/>
            </a:pPr>
            <a:r>
              <a:rPr lang="en-US"/>
              <a:t>    </a:t>
            </a:r>
          </a:p>
        </p:txBody>
      </p:sp>
      <p:sp>
        <p:nvSpPr>
          <p:cNvPr id="10" name="TextBox 9">
            <a:extLst>
              <a:ext uri="{FF2B5EF4-FFF2-40B4-BE49-F238E27FC236}">
                <a16:creationId xmlns:a16="http://schemas.microsoft.com/office/drawing/2014/main" id="{13961826-05AF-451D-9F56-301D40E75931}"/>
              </a:ext>
            </a:extLst>
          </p:cNvPr>
          <p:cNvSpPr txBox="1"/>
          <p:nvPr/>
        </p:nvSpPr>
        <p:spPr>
          <a:xfrm>
            <a:off x="6762496" y="4100868"/>
            <a:ext cx="4064000" cy="1953740"/>
          </a:xfrm>
          <a:prstGeom prst="rect">
            <a:avLst/>
          </a:prstGeom>
          <a:noFill/>
        </p:spPr>
        <p:txBody>
          <a:bodyPr wrap="square" rtlCol="0">
            <a:spAutoFit/>
          </a:bodyPr>
          <a:lstStyle/>
          <a:p>
            <a:pPr marL="285750" indent="-285750">
              <a:lnSpc>
                <a:spcPct val="107000"/>
              </a:lnSpc>
              <a:spcAft>
                <a:spcPts val="800"/>
              </a:spcAft>
              <a:buFont typeface="Arial" panose="020B0604020202020204" pitchFamily="34" charset="0"/>
              <a:buChar char="•"/>
            </a:pPr>
            <a:r>
              <a:rPr lang="ro-RO" sz="1800" kern="100">
                <a:effectLst/>
                <a:latin typeface="Avenir Next LT Pro" panose="020B0504020202020204" pitchFamily="34" charset="0"/>
                <a:ea typeface="Malgun Gothic" panose="020B0503020000020004" pitchFamily="34" charset="-127"/>
                <a:cs typeface="Times New Roman" panose="02020603050405020304" pitchFamily="18" charset="0"/>
              </a:rPr>
              <a:t>Tabelele MASINI, TRAMVAIE și AUTOBUZE monitorizează numărul de vehicule care trec prin intersecție, cheia primară fiind în fiecare caz entitatea ID.</a:t>
            </a:r>
            <a:endParaRPr lang="en-GB" sz="1800" kern="100">
              <a:effectLst/>
              <a:latin typeface="Arial" panose="020B0604020202020204" pitchFamily="34" charset="0"/>
              <a:ea typeface="Malgun Gothic" panose="020B0503020000020004" pitchFamily="34" charset="-127"/>
              <a:cs typeface="Times New Roman" panose="02020603050405020304" pitchFamily="18" charset="0"/>
            </a:endParaRPr>
          </a:p>
          <a:p>
            <a:pPr marL="285750" indent="-285750">
              <a:buFont typeface="Arial" panose="020B0604020202020204" pitchFamily="34" charset="0"/>
              <a:buChar char="•"/>
            </a:pPr>
            <a:endParaRPr lang="en-US"/>
          </a:p>
        </p:txBody>
      </p:sp>
      <p:pic>
        <p:nvPicPr>
          <p:cNvPr id="5" name="Picture 4">
            <a:extLst>
              <a:ext uri="{FF2B5EF4-FFF2-40B4-BE49-F238E27FC236}">
                <a16:creationId xmlns:a16="http://schemas.microsoft.com/office/drawing/2014/main" id="{47360601-287C-DA5C-57C2-E3197B895234}"/>
              </a:ext>
            </a:extLst>
          </p:cNvPr>
          <p:cNvPicPr>
            <a:picLocks noChangeAspect="1"/>
          </p:cNvPicPr>
          <p:nvPr/>
        </p:nvPicPr>
        <p:blipFill rotWithShape="1">
          <a:blip r:embed="rId2">
            <a:extLst>
              <a:ext uri="{28A0092B-C50C-407E-A947-70E740481C1C}">
                <a14:useLocalDpi xmlns:a14="http://schemas.microsoft.com/office/drawing/2010/main" val="0"/>
              </a:ext>
            </a:extLst>
          </a:blip>
          <a:srcRect r="9315"/>
          <a:stretch/>
        </p:blipFill>
        <p:spPr>
          <a:xfrm>
            <a:off x="6415503" y="125942"/>
            <a:ext cx="5577301" cy="3258872"/>
          </a:xfrm>
          <a:prstGeom prst="rect">
            <a:avLst/>
          </a:prstGeom>
          <a:ln w="28575">
            <a:solidFill>
              <a:schemeClr val="accent1"/>
            </a:solidFill>
          </a:ln>
        </p:spPr>
      </p:pic>
      <p:pic>
        <p:nvPicPr>
          <p:cNvPr id="6" name="Picture 5">
            <a:extLst>
              <a:ext uri="{FF2B5EF4-FFF2-40B4-BE49-F238E27FC236}">
                <a16:creationId xmlns:a16="http://schemas.microsoft.com/office/drawing/2014/main" id="{ED21D2CA-C7A1-5423-EE9F-454ED0042B82}"/>
              </a:ext>
            </a:extLst>
          </p:cNvPr>
          <p:cNvPicPr>
            <a:picLocks noChangeAspect="1"/>
          </p:cNvPicPr>
          <p:nvPr/>
        </p:nvPicPr>
        <p:blipFill rotWithShape="1">
          <a:blip r:embed="rId3">
            <a:extLst>
              <a:ext uri="{28A0092B-C50C-407E-A947-70E740481C1C}">
                <a14:useLocalDpi xmlns:a14="http://schemas.microsoft.com/office/drawing/2010/main" val="0"/>
              </a:ext>
            </a:extLst>
          </a:blip>
          <a:srcRect l="2191" r="7362" b="7948"/>
          <a:stretch/>
        </p:blipFill>
        <p:spPr>
          <a:xfrm>
            <a:off x="154667" y="123529"/>
            <a:ext cx="5621832" cy="3258872"/>
          </a:xfrm>
          <a:prstGeom prst="rect">
            <a:avLst/>
          </a:prstGeom>
          <a:ln w="28575">
            <a:solidFill>
              <a:schemeClr val="accent2"/>
            </a:solidFill>
          </a:ln>
        </p:spPr>
      </p:pic>
      <p:pic>
        <p:nvPicPr>
          <p:cNvPr id="7" name="Picture 6">
            <a:extLst>
              <a:ext uri="{FF2B5EF4-FFF2-40B4-BE49-F238E27FC236}">
                <a16:creationId xmlns:a16="http://schemas.microsoft.com/office/drawing/2014/main" id="{0E33DB6B-035B-1A49-D57D-CF0527109A9D}"/>
              </a:ext>
            </a:extLst>
          </p:cNvPr>
          <p:cNvPicPr>
            <a:picLocks noChangeAspect="1"/>
          </p:cNvPicPr>
          <p:nvPr/>
        </p:nvPicPr>
        <p:blipFill rotWithShape="1">
          <a:blip r:embed="rId4"/>
          <a:srcRect l="1930" r="16152" b="5207"/>
          <a:stretch/>
        </p:blipFill>
        <p:spPr>
          <a:xfrm>
            <a:off x="154667" y="3621584"/>
            <a:ext cx="5621832" cy="2997451"/>
          </a:xfrm>
          <a:prstGeom prst="rect">
            <a:avLst/>
          </a:prstGeom>
          <a:ln w="28575">
            <a:solidFill>
              <a:srgbClr val="7030A0"/>
            </a:solidFill>
          </a:ln>
        </p:spPr>
      </p:pic>
      <p:pic>
        <p:nvPicPr>
          <p:cNvPr id="4" name="Picture 3" descr="867,225 Bus Royalty-Free Images, Stock Photos &amp; Pictures | Shutterstock">
            <a:extLst>
              <a:ext uri="{FF2B5EF4-FFF2-40B4-BE49-F238E27FC236}">
                <a16:creationId xmlns:a16="http://schemas.microsoft.com/office/drawing/2014/main" id="{08819DC4-EB5A-797A-D6EA-6FD6C0A8530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50588" t="27945" r="6560" b="32446"/>
          <a:stretch/>
        </p:blipFill>
        <p:spPr bwMode="auto">
          <a:xfrm>
            <a:off x="4832986" y="2802826"/>
            <a:ext cx="842010" cy="528955"/>
          </a:xfrm>
          <a:prstGeom prst="rect">
            <a:avLst/>
          </a:prstGeom>
          <a:noFill/>
          <a:ln w="12700">
            <a:solidFill>
              <a:schemeClr val="tx1"/>
            </a:solidFill>
          </a:ln>
          <a:extLst>
            <a:ext uri="{53640926-AAD7-44D8-BBD7-CCE9431645EC}">
              <a14:shadowObscured xmlns:a14="http://schemas.microsoft.com/office/drawing/2010/main"/>
            </a:ext>
          </a:extLst>
        </p:spPr>
      </p:pic>
      <p:pic>
        <p:nvPicPr>
          <p:cNvPr id="8" name="Picture 7" descr="Tram Drawing Vector Images (over 790)">
            <a:extLst>
              <a:ext uri="{FF2B5EF4-FFF2-40B4-BE49-F238E27FC236}">
                <a16:creationId xmlns:a16="http://schemas.microsoft.com/office/drawing/2014/main" id="{E28D004F-B37B-36BA-F4ED-1D10861374F5}"/>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924559" y="2570797"/>
            <a:ext cx="1013060" cy="760984"/>
          </a:xfrm>
          <a:prstGeom prst="rect">
            <a:avLst/>
          </a:prstGeom>
          <a:noFill/>
          <a:ln w="12700">
            <a:solidFill>
              <a:schemeClr val="tx1"/>
            </a:solidFill>
          </a:ln>
        </p:spPr>
      </p:pic>
      <p:pic>
        <p:nvPicPr>
          <p:cNvPr id="9" name="Picture 8" descr="My own concept of small compact car">
            <a:extLst>
              <a:ext uri="{FF2B5EF4-FFF2-40B4-BE49-F238E27FC236}">
                <a16:creationId xmlns:a16="http://schemas.microsoft.com/office/drawing/2014/main" id="{DFCBBA2D-F464-7EB4-A217-63DAD33AE988}"/>
              </a:ext>
            </a:extLst>
          </p:cNvPr>
          <p:cNvPicPr>
            <a:picLocks noChangeAspect="1"/>
          </p:cNvPicPr>
          <p:nvPr/>
        </p:nvPicPr>
        <p:blipFill rotWithShape="1">
          <a:blip r:embed="rId7">
            <a:extLst>
              <a:ext uri="{28A0092B-C50C-407E-A947-70E740481C1C}">
                <a14:useLocalDpi xmlns:a14="http://schemas.microsoft.com/office/drawing/2010/main" val="0"/>
              </a:ext>
            </a:extLst>
          </a:blip>
          <a:srcRect l="9503" t="11758" r="6562" b="12175"/>
          <a:stretch/>
        </p:blipFill>
        <p:spPr bwMode="auto">
          <a:xfrm>
            <a:off x="4737073" y="5869315"/>
            <a:ext cx="937923" cy="647192"/>
          </a:xfrm>
          <a:prstGeom prst="rect">
            <a:avLst/>
          </a:prstGeom>
          <a:noFill/>
          <a:ln w="12700">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97695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1A73D-60B0-4049-A47B-D1070D98F022}"/>
              </a:ext>
            </a:extLst>
          </p:cNvPr>
          <p:cNvSpPr>
            <a:spLocks noGrp="1"/>
          </p:cNvSpPr>
          <p:nvPr>
            <p:ph type="title"/>
          </p:nvPr>
        </p:nvSpPr>
        <p:spPr>
          <a:xfrm>
            <a:off x="770667" y="411237"/>
            <a:ext cx="10515600" cy="842404"/>
          </a:xfrm>
        </p:spPr>
        <p:txBody>
          <a:bodyPr>
            <a:normAutofit/>
          </a:bodyPr>
          <a:lstStyle/>
          <a:p>
            <a:r>
              <a:rPr lang="en-GB" sz="3200">
                <a:effectLst/>
                <a:ea typeface="Calibri" panose="020F0502020204030204" pitchFamily="34" charset="0"/>
                <a:cs typeface="Times New Roman" panose="02020603050405020304" pitchFamily="18" charset="0"/>
              </a:rPr>
              <a:t>Reguli </a:t>
            </a:r>
            <a:r>
              <a:rPr lang="en-GB" sz="3200" err="1">
                <a:effectLst/>
                <a:ea typeface="Calibri" panose="020F0502020204030204" pitchFamily="34" charset="0"/>
                <a:cs typeface="Times New Roman" panose="02020603050405020304" pitchFamily="18" charset="0"/>
              </a:rPr>
              <a:t>procedurale</a:t>
            </a:r>
            <a:endParaRPr lang="en-US" sz="6600"/>
          </a:p>
        </p:txBody>
      </p:sp>
      <p:sp>
        <p:nvSpPr>
          <p:cNvPr id="3" name="Content Placeholder 2">
            <a:extLst>
              <a:ext uri="{FF2B5EF4-FFF2-40B4-BE49-F238E27FC236}">
                <a16:creationId xmlns:a16="http://schemas.microsoft.com/office/drawing/2014/main" id="{0672430F-8069-4C9C-9041-333B0B8C9B1D}"/>
              </a:ext>
            </a:extLst>
          </p:cNvPr>
          <p:cNvSpPr>
            <a:spLocks noGrp="1"/>
          </p:cNvSpPr>
          <p:nvPr>
            <p:ph idx="1"/>
          </p:nvPr>
        </p:nvSpPr>
        <p:spPr>
          <a:xfrm>
            <a:off x="132116" y="1385535"/>
            <a:ext cx="11792702" cy="1396291"/>
          </a:xfrm>
        </p:spPr>
        <p:txBody>
          <a:bodyPr>
            <a:normAutofit/>
          </a:bodyPr>
          <a:lstStyle/>
          <a:p>
            <a:pPr algn="just">
              <a:buFont typeface="Wingdings" panose="05000000000000000000" pitchFamily="2" charset="2"/>
              <a:buChar char="v"/>
            </a:pPr>
            <a:r>
              <a:rPr lang="en-US" sz="2000">
                <a:effectLst/>
                <a:ea typeface="Calibri" panose="020F0502020204030204" pitchFamily="34" charset="0"/>
                <a:cs typeface="Times New Roman" panose="02020603050405020304" pitchFamily="18" charset="0"/>
              </a:rPr>
              <a:t> </a:t>
            </a:r>
            <a:r>
              <a:rPr lang="en-US" sz="2000" err="1">
                <a:effectLst/>
                <a:ea typeface="Calibri" panose="020F0502020204030204" pitchFamily="34" charset="0"/>
                <a:cs typeface="Times New Roman" panose="02020603050405020304" pitchFamily="18" charset="0"/>
              </a:rPr>
              <a:t>Optimizarea</a:t>
            </a:r>
            <a:r>
              <a:rPr lang="en-US" sz="2000">
                <a:effectLst/>
                <a:ea typeface="Calibri" panose="020F0502020204030204" pitchFamily="34" charset="0"/>
                <a:cs typeface="Times New Roman" panose="02020603050405020304" pitchFamily="18" charset="0"/>
              </a:rPr>
              <a:t> </a:t>
            </a:r>
            <a:r>
              <a:rPr lang="en-US" sz="2000" err="1">
                <a:effectLst/>
                <a:ea typeface="Calibri" panose="020F0502020204030204" pitchFamily="34" charset="0"/>
                <a:cs typeface="Times New Roman" panose="02020603050405020304" pitchFamily="18" charset="0"/>
              </a:rPr>
              <a:t>timpilor</a:t>
            </a:r>
            <a:r>
              <a:rPr lang="en-US" sz="2000">
                <a:effectLst/>
                <a:ea typeface="Calibri" panose="020F0502020204030204" pitchFamily="34" charset="0"/>
                <a:cs typeface="Times New Roman" panose="02020603050405020304" pitchFamily="18" charset="0"/>
              </a:rPr>
              <a:t> </a:t>
            </a:r>
            <a:r>
              <a:rPr lang="en-US" sz="2000" err="1">
                <a:effectLst/>
                <a:ea typeface="Calibri" panose="020F0502020204030204" pitchFamily="34" charset="0"/>
                <a:cs typeface="Times New Roman" panose="02020603050405020304" pitchFamily="18" charset="0"/>
              </a:rPr>
              <a:t>semafoarelor</a:t>
            </a:r>
            <a:endParaRPr lang="en-US" sz="2000" b="1">
              <a:effectLst/>
              <a:latin typeface="Calibri" panose="020F0502020204030204" pitchFamily="34" charset="0"/>
              <a:ea typeface="Calibri" panose="020F0502020204030204" pitchFamily="34" charset="0"/>
              <a:cs typeface="Times New Roman" panose="02020603050405020304" pitchFamily="18" charset="0"/>
            </a:endParaRPr>
          </a:p>
          <a:p>
            <a:endParaRPr lang="en-US" sz="3200"/>
          </a:p>
        </p:txBody>
      </p:sp>
      <p:cxnSp>
        <p:nvCxnSpPr>
          <p:cNvPr id="15" name="Straight Connector 14">
            <a:extLst>
              <a:ext uri="{FF2B5EF4-FFF2-40B4-BE49-F238E27FC236}">
                <a16:creationId xmlns:a16="http://schemas.microsoft.com/office/drawing/2014/main" id="{6CF3DDB9-1BE6-4655-A9ED-D4AA1709F1D5}"/>
              </a:ext>
            </a:extLst>
          </p:cNvPr>
          <p:cNvCxnSpPr>
            <a:cxnSpLocks/>
          </p:cNvCxnSpPr>
          <p:nvPr/>
        </p:nvCxnSpPr>
        <p:spPr>
          <a:xfrm flipH="1">
            <a:off x="9396372" y="411237"/>
            <a:ext cx="324000" cy="468000"/>
          </a:xfrm>
          <a:prstGeom prst="line">
            <a:avLst/>
          </a:prstGeom>
          <a:ln w="38100"/>
        </p:spPr>
        <p:style>
          <a:lnRef idx="3">
            <a:schemeClr val="dk1"/>
          </a:lnRef>
          <a:fillRef idx="0">
            <a:schemeClr val="dk1"/>
          </a:fillRef>
          <a:effectRef idx="2">
            <a:schemeClr val="dk1"/>
          </a:effectRef>
          <a:fontRef idx="minor">
            <a:schemeClr val="tx1"/>
          </a:fontRef>
        </p:style>
      </p:cxnSp>
      <p:cxnSp>
        <p:nvCxnSpPr>
          <p:cNvPr id="16" name="Straight Connector 15">
            <a:extLst>
              <a:ext uri="{FF2B5EF4-FFF2-40B4-BE49-F238E27FC236}">
                <a16:creationId xmlns:a16="http://schemas.microsoft.com/office/drawing/2014/main" id="{27575028-B92B-49F7-B24B-22BB41D3B394}"/>
              </a:ext>
            </a:extLst>
          </p:cNvPr>
          <p:cNvCxnSpPr>
            <a:cxnSpLocks/>
          </p:cNvCxnSpPr>
          <p:nvPr/>
        </p:nvCxnSpPr>
        <p:spPr>
          <a:xfrm flipH="1">
            <a:off x="9577476" y="411237"/>
            <a:ext cx="324000" cy="468000"/>
          </a:xfrm>
          <a:prstGeom prst="line">
            <a:avLst/>
          </a:prstGeom>
          <a:ln w="38100"/>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5F832128-8B9C-472B-AA54-35FD87C86A75}"/>
              </a:ext>
            </a:extLst>
          </p:cNvPr>
          <p:cNvCxnSpPr>
            <a:cxnSpLocks/>
          </p:cNvCxnSpPr>
          <p:nvPr/>
        </p:nvCxnSpPr>
        <p:spPr>
          <a:xfrm flipH="1">
            <a:off x="9744153" y="411237"/>
            <a:ext cx="324000" cy="468000"/>
          </a:xfrm>
          <a:prstGeom prst="line">
            <a:avLst/>
          </a:prstGeom>
          <a:ln w="38100"/>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F2259586-5563-479B-9992-0991D446C4DF}"/>
              </a:ext>
            </a:extLst>
          </p:cNvPr>
          <p:cNvCxnSpPr>
            <a:cxnSpLocks/>
          </p:cNvCxnSpPr>
          <p:nvPr/>
        </p:nvCxnSpPr>
        <p:spPr>
          <a:xfrm flipH="1">
            <a:off x="9912865" y="411237"/>
            <a:ext cx="324000" cy="468000"/>
          </a:xfrm>
          <a:prstGeom prst="line">
            <a:avLst/>
          </a:prstGeom>
          <a:ln w="38100"/>
        </p:spPr>
        <p:style>
          <a:lnRef idx="3">
            <a:schemeClr val="dk1"/>
          </a:lnRef>
          <a:fillRef idx="0">
            <a:schemeClr val="dk1"/>
          </a:fillRef>
          <a:effectRef idx="2">
            <a:schemeClr val="dk1"/>
          </a:effectRef>
          <a:fontRef idx="minor">
            <a:schemeClr val="tx1"/>
          </a:fontRef>
        </p:style>
      </p:cxnSp>
      <p:cxnSp>
        <p:nvCxnSpPr>
          <p:cNvPr id="19" name="Straight Connector 18">
            <a:extLst>
              <a:ext uri="{FF2B5EF4-FFF2-40B4-BE49-F238E27FC236}">
                <a16:creationId xmlns:a16="http://schemas.microsoft.com/office/drawing/2014/main" id="{A9735677-DEB9-41A8-96A8-D08D391AFAE6}"/>
              </a:ext>
            </a:extLst>
          </p:cNvPr>
          <p:cNvCxnSpPr>
            <a:cxnSpLocks/>
          </p:cNvCxnSpPr>
          <p:nvPr/>
        </p:nvCxnSpPr>
        <p:spPr>
          <a:xfrm flipH="1">
            <a:off x="10072830" y="411237"/>
            <a:ext cx="324000" cy="468000"/>
          </a:xfrm>
          <a:prstGeom prst="line">
            <a:avLst/>
          </a:prstGeom>
          <a:ln w="38100"/>
        </p:spPr>
        <p:style>
          <a:lnRef idx="3">
            <a:schemeClr val="dk1"/>
          </a:lnRef>
          <a:fillRef idx="0">
            <a:schemeClr val="dk1"/>
          </a:fillRef>
          <a:effectRef idx="2">
            <a:schemeClr val="dk1"/>
          </a:effectRef>
          <a:fontRef idx="minor">
            <a:schemeClr val="tx1"/>
          </a:fontRef>
        </p:style>
      </p:cxnSp>
      <p:sp>
        <p:nvSpPr>
          <p:cNvPr id="20" name="Oval 19">
            <a:extLst>
              <a:ext uri="{FF2B5EF4-FFF2-40B4-BE49-F238E27FC236}">
                <a16:creationId xmlns:a16="http://schemas.microsoft.com/office/drawing/2014/main" id="{4F501322-988D-4F94-882D-0C7681A02DF6}"/>
              </a:ext>
            </a:extLst>
          </p:cNvPr>
          <p:cNvSpPr/>
          <p:nvPr/>
        </p:nvSpPr>
        <p:spPr>
          <a:xfrm>
            <a:off x="10041580" y="5535542"/>
            <a:ext cx="386499" cy="395926"/>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48F3726-D9E8-C50A-2BBC-638C9FDDCE94}"/>
              </a:ext>
            </a:extLst>
          </p:cNvPr>
          <p:cNvPicPr>
            <a:picLocks noChangeAspect="1"/>
          </p:cNvPicPr>
          <p:nvPr/>
        </p:nvPicPr>
        <p:blipFill rotWithShape="1">
          <a:blip r:embed="rId2"/>
          <a:srcRect r="9195" b="66513"/>
          <a:stretch/>
        </p:blipFill>
        <p:spPr bwMode="auto">
          <a:xfrm>
            <a:off x="360425" y="2083680"/>
            <a:ext cx="7011671" cy="805880"/>
          </a:xfrm>
          <a:prstGeom prst="rect">
            <a:avLst/>
          </a:prstGeom>
          <a:ln w="19050">
            <a:solidFill>
              <a:srgbClr val="7030A0"/>
            </a:solid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23C5B837-296B-7462-FDFF-988845F325E7}"/>
              </a:ext>
            </a:extLst>
          </p:cNvPr>
          <p:cNvPicPr>
            <a:picLocks noChangeAspect="1"/>
          </p:cNvPicPr>
          <p:nvPr/>
        </p:nvPicPr>
        <p:blipFill rotWithShape="1">
          <a:blip r:embed="rId2"/>
          <a:srcRect t="32847" r="8664" b="32598"/>
          <a:stretch/>
        </p:blipFill>
        <p:spPr bwMode="auto">
          <a:xfrm>
            <a:off x="360426" y="3318720"/>
            <a:ext cx="7011670" cy="826703"/>
          </a:xfrm>
          <a:prstGeom prst="rect">
            <a:avLst/>
          </a:prstGeom>
          <a:ln w="19050">
            <a:solidFill>
              <a:schemeClr val="accent1"/>
            </a:solid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D843BB18-E66E-920E-4DC0-AD98C4AB3F61}"/>
              </a:ext>
            </a:extLst>
          </p:cNvPr>
          <p:cNvPicPr>
            <a:picLocks noChangeAspect="1"/>
          </p:cNvPicPr>
          <p:nvPr/>
        </p:nvPicPr>
        <p:blipFill rotWithShape="1">
          <a:blip r:embed="rId2"/>
          <a:srcRect t="66975" r="9063"/>
          <a:stretch/>
        </p:blipFill>
        <p:spPr bwMode="auto">
          <a:xfrm>
            <a:off x="360425" y="4682318"/>
            <a:ext cx="6981189" cy="790147"/>
          </a:xfrm>
          <a:prstGeom prst="rect">
            <a:avLst/>
          </a:prstGeom>
          <a:ln w="19050">
            <a:solidFill>
              <a:srgbClr val="00B0F0"/>
            </a:solid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210492AE-FDF2-B129-5D1F-D235E173908F}"/>
              </a:ext>
            </a:extLst>
          </p:cNvPr>
          <p:cNvSpPr txBox="1"/>
          <p:nvPr/>
        </p:nvSpPr>
        <p:spPr>
          <a:xfrm>
            <a:off x="7589285" y="1455411"/>
            <a:ext cx="4118343" cy="427809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ro-RO" sz="1600" kern="100" dirty="0">
                <a:effectLst/>
                <a:latin typeface="Avenir Next LT Pro"/>
                <a:ea typeface="Malgun Gothic"/>
                <a:cs typeface="Times New Roman"/>
              </a:rPr>
              <a:t>Pentru aceste </a:t>
            </a:r>
            <a:r>
              <a:rPr lang="ro-RO" sz="1600" kern="100" dirty="0" err="1">
                <a:effectLst/>
                <a:latin typeface="Avenir Next LT Pro"/>
                <a:ea typeface="Malgun Gothic"/>
                <a:cs typeface="Times New Roman"/>
              </a:rPr>
              <a:t>selecturi</a:t>
            </a:r>
            <a:r>
              <a:rPr lang="ro-RO" sz="1600" kern="100" dirty="0">
                <a:effectLst/>
                <a:latin typeface="Avenir Next LT Pro"/>
                <a:ea typeface="Malgun Gothic"/>
                <a:cs typeface="Times New Roman"/>
              </a:rPr>
              <a:t> am utilizat doua </a:t>
            </a:r>
            <a:r>
              <a:rPr lang="ro-RO" sz="1600" kern="100" dirty="0" err="1">
                <a:effectLst/>
                <a:latin typeface="Avenir Next LT Pro"/>
                <a:ea typeface="Malgun Gothic"/>
                <a:cs typeface="Times New Roman"/>
              </a:rPr>
              <a:t>subqueries</a:t>
            </a:r>
            <a:r>
              <a:rPr lang="en-US" sz="1600" kern="100" dirty="0">
                <a:latin typeface="Avenir Next LT Pro"/>
                <a:ea typeface="Malgun Gothic"/>
                <a:cs typeface="Times New Roman"/>
              </a:rPr>
              <a:t>.</a:t>
            </a:r>
            <a:r>
              <a:rPr lang="ro-RO" sz="1600" kern="100" dirty="0">
                <a:effectLst/>
                <a:latin typeface="Avenir Next LT Pro"/>
                <a:ea typeface="Malgun Gothic"/>
                <a:cs typeface="Times New Roman"/>
              </a:rPr>
              <a:t> </a:t>
            </a:r>
            <a:r>
              <a:rPr lang="en-US" sz="1600" kern="100" dirty="0">
                <a:latin typeface="Avenir Next LT Pro"/>
                <a:ea typeface="Malgun Gothic"/>
                <a:cs typeface="Times New Roman"/>
              </a:rPr>
              <a:t>C</a:t>
            </a:r>
            <a:r>
              <a:rPr lang="ro-RO" sz="1600" kern="100" dirty="0">
                <a:effectLst/>
                <a:latin typeface="Avenir Next LT Pro"/>
                <a:ea typeface="Malgun Gothic"/>
                <a:cs typeface="Times New Roman"/>
              </a:rPr>
              <a:t>el de-al doilea</a:t>
            </a:r>
            <a:r>
              <a:rPr lang="en-US" sz="1600" kern="100" dirty="0">
                <a:effectLst/>
                <a:latin typeface="Avenir Next LT Pro"/>
                <a:ea typeface="Malgun Gothic"/>
                <a:cs typeface="Times New Roman"/>
              </a:rPr>
              <a:t> subquery</a:t>
            </a:r>
            <a:r>
              <a:rPr lang="ro-RO" sz="1600" kern="100" dirty="0">
                <a:effectLst/>
                <a:latin typeface="Avenir Next LT Pro"/>
                <a:ea typeface="Malgun Gothic"/>
                <a:cs typeface="Times New Roman"/>
              </a:rPr>
              <a:t> </a:t>
            </a:r>
            <a:r>
              <a:rPr lang="en-US" sz="1600" kern="100" dirty="0" err="1">
                <a:latin typeface="Avenir Next LT Pro"/>
                <a:ea typeface="Malgun Gothic"/>
                <a:cs typeface="Times New Roman"/>
              </a:rPr>
              <a:t>este</a:t>
            </a:r>
            <a:r>
              <a:rPr lang="ro-RO" sz="1600" kern="100" dirty="0">
                <a:effectLst/>
                <a:latin typeface="Avenir Next LT Pro"/>
                <a:ea typeface="Malgun Gothic"/>
                <a:cs typeface="Times New Roman"/>
              </a:rPr>
              <a:t> creat în</a:t>
            </a:r>
            <a:r>
              <a:rPr lang="en-US" sz="1600" kern="100" dirty="0">
                <a:effectLst/>
                <a:latin typeface="Avenir Next LT Pro"/>
                <a:ea typeface="Malgun Gothic"/>
                <a:cs typeface="Times New Roman"/>
              </a:rPr>
              <a:t> </a:t>
            </a:r>
            <a:r>
              <a:rPr lang="en-US" sz="1600" kern="100" dirty="0" err="1">
                <a:effectLst/>
                <a:latin typeface="Avenir Next LT Pro"/>
                <a:ea typeface="Malgun Gothic"/>
                <a:cs typeface="Times New Roman"/>
              </a:rPr>
              <a:t>interiorul</a:t>
            </a:r>
            <a:r>
              <a:rPr lang="ro-RO" sz="1600" kern="100" dirty="0">
                <a:effectLst/>
                <a:latin typeface="Avenir Next LT Pro"/>
                <a:ea typeface="Malgun Gothic"/>
                <a:cs typeface="Times New Roman"/>
              </a:rPr>
              <a:t> primul</a:t>
            </a:r>
            <a:r>
              <a:rPr lang="en-US" sz="1600" kern="100" dirty="0" err="1">
                <a:effectLst/>
                <a:latin typeface="Avenir Next LT Pro"/>
                <a:ea typeface="Malgun Gothic"/>
                <a:cs typeface="Times New Roman"/>
              </a:rPr>
              <a:t>ui</a:t>
            </a:r>
            <a:r>
              <a:rPr lang="ro-RO" sz="1600" kern="100" dirty="0">
                <a:effectLst/>
                <a:latin typeface="Avenir Next LT Pro"/>
                <a:ea typeface="Malgun Gothic"/>
                <a:cs typeface="Times New Roman"/>
              </a:rPr>
              <a:t> și</a:t>
            </a:r>
            <a:r>
              <a:rPr lang="en-US" sz="1600" kern="100" dirty="0">
                <a:effectLst/>
                <a:latin typeface="Avenir Next LT Pro"/>
                <a:ea typeface="Malgun Gothic"/>
                <a:cs typeface="Times New Roman"/>
              </a:rPr>
              <a:t> </a:t>
            </a:r>
            <a:r>
              <a:rPr lang="en-US" sz="1600" kern="100" dirty="0" err="1">
                <a:effectLst/>
                <a:latin typeface="Avenir Next LT Pro"/>
                <a:ea typeface="Malgun Gothic"/>
                <a:cs typeface="Times New Roman"/>
              </a:rPr>
              <a:t>ia</a:t>
            </a:r>
            <a:r>
              <a:rPr lang="ro-RO" sz="1600" kern="100" dirty="0">
                <a:effectLst/>
                <a:latin typeface="Avenir Next LT Pro"/>
                <a:ea typeface="Malgun Gothic"/>
                <a:cs typeface="Times New Roman"/>
              </a:rPr>
              <a:t> din tabela </a:t>
            </a:r>
            <a:r>
              <a:rPr lang="en-US" sz="1600" kern="100" dirty="0">
                <a:effectLst/>
                <a:latin typeface="Avenir Next LT Pro"/>
                <a:ea typeface="Malgun Gothic"/>
                <a:cs typeface="Times New Roman"/>
              </a:rPr>
              <a:t>S</a:t>
            </a:r>
            <a:r>
              <a:rPr lang="ro-RO" sz="1600" kern="100" dirty="0" err="1">
                <a:effectLst/>
                <a:latin typeface="Avenir Next LT Pro"/>
                <a:ea typeface="Malgun Gothic"/>
                <a:cs typeface="Times New Roman"/>
              </a:rPr>
              <a:t>chimbări</a:t>
            </a:r>
            <a:r>
              <a:rPr lang="ro-RO" sz="1600" kern="100" dirty="0">
                <a:effectLst/>
                <a:latin typeface="Avenir Next LT Pro"/>
                <a:ea typeface="Malgun Gothic"/>
                <a:cs typeface="Times New Roman"/>
              </a:rPr>
              <a:t> ora la care s-a produs ultima schimbare de dinaintea plecării</a:t>
            </a:r>
            <a:r>
              <a:rPr lang="en-US" sz="1600" kern="100" dirty="0">
                <a:effectLst/>
                <a:latin typeface="Avenir Next LT Pro"/>
                <a:ea typeface="Malgun Gothic"/>
                <a:cs typeface="Times New Roman"/>
              </a:rPr>
              <a:t> </a:t>
            </a:r>
            <a:r>
              <a:rPr lang="en-US" sz="1600" kern="100" dirty="0" err="1">
                <a:effectLst/>
                <a:latin typeface="Avenir Next LT Pro"/>
                <a:ea typeface="Malgun Gothic"/>
                <a:cs typeface="Times New Roman"/>
              </a:rPr>
              <a:t>pietonului</a:t>
            </a:r>
            <a:r>
              <a:rPr lang="en-US" sz="1600" kern="100" dirty="0">
                <a:effectLst/>
                <a:latin typeface="Avenir Next LT Pro"/>
                <a:ea typeface="Malgun Gothic"/>
                <a:cs typeface="Times New Roman"/>
              </a:rPr>
              <a:t> / </a:t>
            </a:r>
            <a:r>
              <a:rPr lang="en-US" sz="1600" kern="100" dirty="0" err="1">
                <a:effectLst/>
                <a:latin typeface="Avenir Next LT Pro"/>
                <a:ea typeface="Malgun Gothic"/>
                <a:cs typeface="Times New Roman"/>
              </a:rPr>
              <a:t>vehiculului</a:t>
            </a:r>
            <a:r>
              <a:rPr lang="en-US" sz="1600" kern="100" dirty="0">
                <a:effectLst/>
                <a:latin typeface="Avenir Next LT Pro"/>
                <a:ea typeface="Malgun Gothic"/>
                <a:cs typeface="Times New Roman"/>
              </a:rPr>
              <a:t> din </a:t>
            </a:r>
            <a:r>
              <a:rPr lang="en-US" sz="1600" kern="100" dirty="0" err="1">
                <a:effectLst/>
                <a:latin typeface="Avenir Next LT Pro"/>
                <a:ea typeface="Malgun Gothic"/>
                <a:cs typeface="Times New Roman"/>
              </a:rPr>
              <a:t>intersectie</a:t>
            </a:r>
            <a:r>
              <a:rPr lang="ro-RO" sz="1600" kern="100" dirty="0">
                <a:effectLst/>
                <a:latin typeface="Avenir Next LT Pro"/>
                <a:ea typeface="Malgun Gothic"/>
                <a:cs typeface="Times New Roman"/>
              </a:rPr>
              <a:t>. Primul </a:t>
            </a:r>
            <a:r>
              <a:rPr lang="ro-RO" sz="1600" kern="100" dirty="0" err="1">
                <a:effectLst/>
                <a:latin typeface="Avenir Next LT Pro"/>
                <a:ea typeface="Malgun Gothic"/>
                <a:cs typeface="Times New Roman"/>
              </a:rPr>
              <a:t>subquery</a:t>
            </a:r>
            <a:r>
              <a:rPr lang="ro-RO" sz="1600" kern="100" dirty="0">
                <a:effectLst/>
                <a:latin typeface="Avenir Next LT Pro"/>
                <a:ea typeface="Malgun Gothic"/>
                <a:cs typeface="Times New Roman"/>
              </a:rPr>
              <a:t> verifică dacă ora la care s-a produs ultima schimbare este corespunzătoare culorii roșii.</a:t>
            </a:r>
            <a:endParaRPr lang="en-GB" sz="1600" kern="100" dirty="0">
              <a:effectLst/>
              <a:latin typeface="Avenir Next LT Pro"/>
              <a:ea typeface="Malgun Gothic"/>
              <a:cs typeface="Times New Roman"/>
            </a:endParaRPr>
          </a:p>
          <a:p>
            <a:pPr marL="285750" indent="-285750">
              <a:buFont typeface="Arial" panose="020B0604020202020204" pitchFamily="34" charset="0"/>
              <a:buChar char="•"/>
            </a:pPr>
            <a:endParaRPr lang="en-GB" sz="1600" kern="100">
              <a:effectLst/>
              <a:latin typeface="Avenir Next LT Pro" panose="020B0504020202020204" pitchFamily="34" charset="0"/>
              <a:ea typeface="Malgun Gothic" panose="020B0503020000020004" pitchFamily="34" charset="-127"/>
              <a:cs typeface="Times New Roman" panose="02020603050405020304" pitchFamily="18" charset="0"/>
            </a:endParaRPr>
          </a:p>
          <a:p>
            <a:pPr marL="285750" indent="-285750">
              <a:buFont typeface="Arial" panose="020B0604020202020204" pitchFamily="34" charset="0"/>
              <a:buChar char="•"/>
            </a:pPr>
            <a:r>
              <a:rPr lang="ro-RO" sz="1600" kern="100" dirty="0">
                <a:effectLst/>
                <a:ea typeface="Malgun Gothic"/>
                <a:cs typeface="Times New Roman"/>
              </a:rPr>
              <a:t>În urma analizelor noastre, am încercat să</a:t>
            </a:r>
            <a:r>
              <a:rPr lang="ro-RO" sz="1600" kern="100" dirty="0">
                <a:ea typeface="Malgun Gothic"/>
                <a:cs typeface="Times New Roman"/>
              </a:rPr>
              <a:t> </a:t>
            </a:r>
            <a:r>
              <a:rPr lang="ro-RO" sz="1600" kern="100" dirty="0">
                <a:effectLst/>
                <a:ea typeface="Malgun Gothic"/>
                <a:cs typeface="Times New Roman"/>
              </a:rPr>
              <a:t> mărim cu 2 minute timpul în care se semaforul are culoare verde. </a:t>
            </a:r>
            <a:r>
              <a:rPr lang="ro-RO" sz="1600" kern="100" dirty="0">
                <a:ea typeface="Malgun Gothic"/>
                <a:cs typeface="Times New Roman"/>
              </a:rPr>
              <a:t>Rulând din nou interogările, s-a constatat că numărul pietonilor și mașinilor care trec pe roșu a scăzut.</a:t>
            </a:r>
            <a:endParaRPr lang="en-GB" sz="1600" kern="100" dirty="0">
              <a:effectLst/>
              <a:ea typeface="Malgun Gothic"/>
              <a:cs typeface="Times New Roman"/>
            </a:endParaRPr>
          </a:p>
          <a:p>
            <a:endParaRPr lang="en-GB" sz="1600"/>
          </a:p>
        </p:txBody>
      </p:sp>
    </p:spTree>
    <p:extLst>
      <p:ext uri="{BB962C8B-B14F-4D97-AF65-F5344CB8AC3E}">
        <p14:creationId xmlns:p14="http://schemas.microsoft.com/office/powerpoint/2010/main" val="1417729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3237B-CF45-47EF-B258-2AC976B8252F}"/>
              </a:ext>
            </a:extLst>
          </p:cNvPr>
          <p:cNvSpPr>
            <a:spLocks noGrp="1"/>
          </p:cNvSpPr>
          <p:nvPr>
            <p:ph type="title"/>
          </p:nvPr>
        </p:nvSpPr>
        <p:spPr>
          <a:xfrm>
            <a:off x="960120" y="442405"/>
            <a:ext cx="10515600" cy="690677"/>
          </a:xfrm>
        </p:spPr>
        <p:txBody>
          <a:bodyPr>
            <a:normAutofit/>
          </a:bodyPr>
          <a:lstStyle/>
          <a:p>
            <a:r>
              <a:rPr lang="en-US" sz="2800">
                <a:latin typeface="+mn-lt"/>
              </a:rPr>
              <a:t> </a:t>
            </a:r>
          </a:p>
        </p:txBody>
      </p:sp>
      <p:sp>
        <p:nvSpPr>
          <p:cNvPr id="3" name="Content Placeholder 2">
            <a:extLst>
              <a:ext uri="{FF2B5EF4-FFF2-40B4-BE49-F238E27FC236}">
                <a16:creationId xmlns:a16="http://schemas.microsoft.com/office/drawing/2014/main" id="{E2D9BB05-1E3C-4DD6-B3F6-40D642B5E54F}"/>
              </a:ext>
            </a:extLst>
          </p:cNvPr>
          <p:cNvSpPr>
            <a:spLocks noGrp="1"/>
          </p:cNvSpPr>
          <p:nvPr>
            <p:ph idx="1"/>
          </p:nvPr>
        </p:nvSpPr>
        <p:spPr>
          <a:xfrm>
            <a:off x="894365" y="564174"/>
            <a:ext cx="10515600" cy="4351338"/>
          </a:xfrm>
        </p:spPr>
        <p:txBody>
          <a:bodyPr>
            <a:normAutofit/>
          </a:bodyPr>
          <a:lstStyle/>
          <a:p>
            <a:pPr>
              <a:buFont typeface="Wingdings" panose="05000000000000000000" pitchFamily="2" charset="2"/>
              <a:buChar char="v"/>
            </a:pPr>
            <a:r>
              <a:rPr lang="en-US" sz="2000"/>
              <a:t> </a:t>
            </a:r>
            <a:r>
              <a:rPr lang="en-US" sz="2000" err="1"/>
              <a:t>Identificarea</a:t>
            </a:r>
            <a:r>
              <a:rPr lang="en-US" sz="1800"/>
              <a:t> </a:t>
            </a:r>
            <a:r>
              <a:rPr lang="en-US" sz="1800" err="1"/>
              <a:t>orelor</a:t>
            </a:r>
            <a:r>
              <a:rPr lang="en-US" sz="1800"/>
              <a:t> de </a:t>
            </a:r>
            <a:r>
              <a:rPr lang="en-US" sz="1800" err="1"/>
              <a:t>varf</a:t>
            </a:r>
            <a:endParaRPr lang="en-US" sz="1800">
              <a:ea typeface="Calibri" panose="020F0502020204030204" pitchFamily="34" charset="0"/>
              <a:cs typeface="Times New Roman" panose="02020603050405020304" pitchFamily="18" charset="0"/>
            </a:endParaRPr>
          </a:p>
          <a:p>
            <a:pPr marL="0" indent="0">
              <a:buNone/>
            </a:pPr>
            <a:endParaRPr lang="en-US" sz="1800"/>
          </a:p>
        </p:txBody>
      </p:sp>
      <p:sp>
        <p:nvSpPr>
          <p:cNvPr id="9" name="Oval 8">
            <a:extLst>
              <a:ext uri="{FF2B5EF4-FFF2-40B4-BE49-F238E27FC236}">
                <a16:creationId xmlns:a16="http://schemas.microsoft.com/office/drawing/2014/main" id="{459454A4-4CB7-483B-9C4B-868C933836E2}"/>
              </a:ext>
            </a:extLst>
          </p:cNvPr>
          <p:cNvSpPr/>
          <p:nvPr/>
        </p:nvSpPr>
        <p:spPr>
          <a:xfrm>
            <a:off x="5042193" y="5718777"/>
            <a:ext cx="386499" cy="395926"/>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929A929-C203-435C-9EDB-1C2FE156D7BB}"/>
              </a:ext>
            </a:extLst>
          </p:cNvPr>
          <p:cNvSpPr/>
          <p:nvPr/>
        </p:nvSpPr>
        <p:spPr>
          <a:xfrm>
            <a:off x="309828" y="590951"/>
            <a:ext cx="386499" cy="395926"/>
          </a:xfrm>
          <a:prstGeom prst="ellipse">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47E2690-C7C4-4829-A128-F6987E4262D2}"/>
              </a:ext>
            </a:extLst>
          </p:cNvPr>
          <p:cNvSpPr/>
          <p:nvPr/>
        </p:nvSpPr>
        <p:spPr>
          <a:xfrm>
            <a:off x="9692738" y="4544087"/>
            <a:ext cx="1299372" cy="1287606"/>
          </a:xfrm>
          <a:prstGeom prst="ellipse">
            <a:avLst/>
          </a:prstGeom>
          <a:solidFill>
            <a:schemeClr val="accent1">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F4F2DCF-8192-4D08-B5F8-3367DE1EB119}"/>
              </a:ext>
            </a:extLst>
          </p:cNvPr>
          <p:cNvSpPr/>
          <p:nvPr/>
        </p:nvSpPr>
        <p:spPr>
          <a:xfrm>
            <a:off x="9915480" y="4759864"/>
            <a:ext cx="853889" cy="856053"/>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DE80E89-143C-44F7-9E63-060A5061ABD1}"/>
              </a:ext>
            </a:extLst>
          </p:cNvPr>
          <p:cNvSpPr/>
          <p:nvPr/>
        </p:nvSpPr>
        <p:spPr>
          <a:xfrm>
            <a:off x="10182159" y="262734"/>
            <a:ext cx="866055" cy="841766"/>
          </a:xfrm>
          <a:prstGeom prst="ellipse">
            <a:avLst/>
          </a:prstGeom>
          <a:solidFill>
            <a:schemeClr val="accent1">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F3072DE-F578-4E7F-802F-05AEFC7B293B}"/>
              </a:ext>
            </a:extLst>
          </p:cNvPr>
          <p:cNvSpPr/>
          <p:nvPr/>
        </p:nvSpPr>
        <p:spPr>
          <a:xfrm>
            <a:off x="10342425" y="394234"/>
            <a:ext cx="545522" cy="56626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C391068-C309-65C5-FA5F-F47FF733EBF9}"/>
              </a:ext>
            </a:extLst>
          </p:cNvPr>
          <p:cNvPicPr>
            <a:picLocks noChangeAspect="1"/>
          </p:cNvPicPr>
          <p:nvPr/>
        </p:nvPicPr>
        <p:blipFill rotWithShape="1">
          <a:blip r:embed="rId3"/>
          <a:srcRect l="3855" r="42633" b="84460"/>
          <a:stretch/>
        </p:blipFill>
        <p:spPr bwMode="auto">
          <a:xfrm>
            <a:off x="691218" y="1344175"/>
            <a:ext cx="5399673" cy="858582"/>
          </a:xfrm>
          <a:prstGeom prst="rect">
            <a:avLst/>
          </a:prstGeom>
          <a:ln w="19050">
            <a:solidFill>
              <a:schemeClr val="accent2"/>
            </a:solid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46965EFE-1760-9402-2D77-CEFDE0C17855}"/>
              </a:ext>
            </a:extLst>
          </p:cNvPr>
          <p:cNvPicPr>
            <a:picLocks noChangeAspect="1"/>
          </p:cNvPicPr>
          <p:nvPr/>
        </p:nvPicPr>
        <p:blipFill rotWithShape="1">
          <a:blip r:embed="rId3"/>
          <a:srcRect l="3855" t="15662" r="41901" b="69405"/>
          <a:stretch/>
        </p:blipFill>
        <p:spPr bwMode="auto">
          <a:xfrm>
            <a:off x="696327" y="2496202"/>
            <a:ext cx="5399673" cy="813921"/>
          </a:xfrm>
          <a:prstGeom prst="rect">
            <a:avLst/>
          </a:prstGeom>
          <a:ln w="19050">
            <a:solidFill>
              <a:srgbClr val="7030A0"/>
            </a:solid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AAF28A7B-6631-CA8C-5ED1-9EBFCB0A5B7F}"/>
              </a:ext>
            </a:extLst>
          </p:cNvPr>
          <p:cNvPicPr>
            <a:picLocks noChangeAspect="1"/>
          </p:cNvPicPr>
          <p:nvPr/>
        </p:nvPicPr>
        <p:blipFill rotWithShape="1">
          <a:blip r:embed="rId3"/>
          <a:srcRect l="3854" t="30716" r="41702" b="53744"/>
          <a:stretch/>
        </p:blipFill>
        <p:spPr bwMode="auto">
          <a:xfrm>
            <a:off x="691218" y="3603568"/>
            <a:ext cx="5404782" cy="844704"/>
          </a:xfrm>
          <a:prstGeom prst="rect">
            <a:avLst/>
          </a:prstGeom>
          <a:solidFill>
            <a:schemeClr val="accent1"/>
          </a:solidFill>
          <a:ln w="19050">
            <a:solidFill>
              <a:schemeClr val="accent1"/>
            </a:solid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16F5BDA6-7BDB-69FE-CEED-8586242D87D4}"/>
              </a:ext>
            </a:extLst>
          </p:cNvPr>
          <p:cNvPicPr>
            <a:picLocks noChangeAspect="1"/>
          </p:cNvPicPr>
          <p:nvPr/>
        </p:nvPicPr>
        <p:blipFill rotWithShape="1">
          <a:blip r:embed="rId3"/>
          <a:srcRect l="3855" t="45771" r="41569" b="37839"/>
          <a:stretch/>
        </p:blipFill>
        <p:spPr bwMode="auto">
          <a:xfrm>
            <a:off x="696327" y="4662119"/>
            <a:ext cx="5404782" cy="888728"/>
          </a:xfrm>
          <a:prstGeom prst="rect">
            <a:avLst/>
          </a:prstGeom>
          <a:ln w="19050">
            <a:solidFill>
              <a:schemeClr val="accent3"/>
            </a:solid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1B81E3B6-5764-AF2B-3036-7F3706070D1D}"/>
              </a:ext>
            </a:extLst>
          </p:cNvPr>
          <p:cNvSpPr txBox="1"/>
          <p:nvPr/>
        </p:nvSpPr>
        <p:spPr>
          <a:xfrm>
            <a:off x="6842761" y="2432960"/>
            <a:ext cx="3130295" cy="1754326"/>
          </a:xfrm>
          <a:prstGeom prst="rect">
            <a:avLst/>
          </a:prstGeom>
          <a:noFill/>
        </p:spPr>
        <p:txBody>
          <a:bodyPr wrap="square" rtlCol="0">
            <a:spAutoFit/>
          </a:bodyPr>
          <a:lstStyle/>
          <a:p>
            <a:pPr marL="285750" indent="-285750">
              <a:buFont typeface="Arial" panose="020B0604020202020204" pitchFamily="34" charset="0"/>
              <a:buChar char="•"/>
            </a:pPr>
            <a:r>
              <a:rPr lang="ro-RO" sz="1800">
                <a:effectLst/>
                <a:latin typeface="Avenir Next LT Pro" panose="020B0504020202020204" pitchFamily="34" charset="0"/>
                <a:ea typeface="Malgun Gothic" panose="020B0503020000020004" pitchFamily="34" charset="-127"/>
                <a:cs typeface="Times New Roman" panose="02020603050405020304" pitchFamily="18" charset="0"/>
              </a:rPr>
              <a:t>Orele de vârf se identifică prin contorizarea fluxului de oameni, de mașini sau de mijloace de transport în comun din fiecare oră.</a:t>
            </a:r>
            <a:endParaRPr lang="en-GB"/>
          </a:p>
        </p:txBody>
      </p:sp>
    </p:spTree>
    <p:extLst>
      <p:ext uri="{BB962C8B-B14F-4D97-AF65-F5344CB8AC3E}">
        <p14:creationId xmlns:p14="http://schemas.microsoft.com/office/powerpoint/2010/main" val="3933860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60" name="Rectangle 95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1" name="Freeform: Shape 960">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80A75C98-FF3C-4375-AB1B-77C66A2E65C9}"/>
              </a:ext>
            </a:extLst>
          </p:cNvPr>
          <p:cNvSpPr>
            <a:spLocks noGrp="1"/>
          </p:cNvSpPr>
          <p:nvPr>
            <p:ph type="title"/>
          </p:nvPr>
        </p:nvSpPr>
        <p:spPr>
          <a:xfrm>
            <a:off x="2232252" y="633046"/>
            <a:ext cx="4463623" cy="1314996"/>
          </a:xfrm>
        </p:spPr>
        <p:txBody>
          <a:bodyPr anchor="b">
            <a:normAutofit/>
          </a:bodyPr>
          <a:lstStyle/>
          <a:p>
            <a:r>
              <a:rPr lang="en-US"/>
              <a:t>    </a:t>
            </a:r>
          </a:p>
        </p:txBody>
      </p:sp>
      <p:sp>
        <p:nvSpPr>
          <p:cNvPr id="962" name="Freeform: Shape 961">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963" name="Freeform: Shape 962">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3" name="Content Placeholder 2">
            <a:extLst>
              <a:ext uri="{FF2B5EF4-FFF2-40B4-BE49-F238E27FC236}">
                <a16:creationId xmlns:a16="http://schemas.microsoft.com/office/drawing/2014/main" id="{2D141A11-274D-4242-8D03-60DB18EAACBC}"/>
              </a:ext>
            </a:extLst>
          </p:cNvPr>
          <p:cNvSpPr>
            <a:spLocks noGrp="1"/>
          </p:cNvSpPr>
          <p:nvPr>
            <p:ph idx="1"/>
          </p:nvPr>
        </p:nvSpPr>
        <p:spPr>
          <a:xfrm>
            <a:off x="11449344" y="5706201"/>
            <a:ext cx="219779" cy="398272"/>
          </a:xfrm>
        </p:spPr>
        <p:txBody>
          <a:bodyPr>
            <a:normAutofit/>
          </a:bodyPr>
          <a:lstStyle/>
          <a:p>
            <a:pPr marL="0" indent="0">
              <a:lnSpc>
                <a:spcPct val="107000"/>
              </a:lnSpc>
              <a:spcAft>
                <a:spcPts val="800"/>
              </a:spcAft>
              <a:buNone/>
            </a:pPr>
            <a:r>
              <a:rPr lang="en-GB" sz="1800" kern="100">
                <a:effectLst/>
                <a:latin typeface="Arial" panose="020B0604020202020204" pitchFamily="34" charset="0"/>
                <a:ea typeface="Malgun Gothic" panose="020B0503020000020004" pitchFamily="34" charset="-127"/>
                <a:cs typeface="Times New Roman" panose="02020603050405020304" pitchFamily="18" charset="0"/>
              </a:rPr>
              <a:t> </a:t>
            </a:r>
          </a:p>
        </p:txBody>
      </p:sp>
      <p:sp>
        <p:nvSpPr>
          <p:cNvPr id="964" name="Freeform: Shape 963">
            <a:extLst>
              <a:ext uri="{FF2B5EF4-FFF2-40B4-BE49-F238E27FC236}">
                <a16:creationId xmlns:a16="http://schemas.microsoft.com/office/drawing/2014/main" id="{D9E00F87-86BE-4F3A-9141-35EC0659D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965" name="Freeform: Shape 964">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66" name="Freeform: Shape 965">
            <a:extLst>
              <a:ext uri="{FF2B5EF4-FFF2-40B4-BE49-F238E27FC236}">
                <a16:creationId xmlns:a16="http://schemas.microsoft.com/office/drawing/2014/main" id="{EBAF167C-3D30-4736-A6B7-5965437B2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67"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968" name="Freeform: Shape 967">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69" name="Freeform: Shape 968">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70" name="Freeform: Shape 969">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71" name="Freeform: Shape 970">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72" name="Freeform: Shape 971">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Title 1">
            <a:extLst>
              <a:ext uri="{FF2B5EF4-FFF2-40B4-BE49-F238E27FC236}">
                <a16:creationId xmlns:a16="http://schemas.microsoft.com/office/drawing/2014/main" id="{9D20E819-4843-A9F7-4AAA-1B9F5405C266}"/>
              </a:ext>
            </a:extLst>
          </p:cNvPr>
          <p:cNvSpPr txBox="1">
            <a:spLocks/>
          </p:cNvSpPr>
          <p:nvPr/>
        </p:nvSpPr>
        <p:spPr>
          <a:xfrm>
            <a:off x="2237788" y="387052"/>
            <a:ext cx="3316225" cy="69067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err="1"/>
              <a:t>Prezentarea</a:t>
            </a:r>
            <a:r>
              <a:rPr lang="en-US" sz="2400"/>
              <a:t> site-</a:t>
            </a:r>
            <a:r>
              <a:rPr lang="en-US" sz="2400" err="1"/>
              <a:t>ului</a:t>
            </a:r>
            <a:r>
              <a:rPr lang="en-US" sz="2400"/>
              <a:t> </a:t>
            </a:r>
            <a:r>
              <a:rPr lang="ro-RO" sz="2400">
                <a:effectLst/>
                <a:ea typeface="Malgun Gothic" panose="020B0503020000020004" pitchFamily="34" charset="-127"/>
                <a:cs typeface="Times New Roman" panose="02020603050405020304" pitchFamily="18" charset="0"/>
              </a:rPr>
              <a:t>și</a:t>
            </a:r>
            <a:r>
              <a:rPr lang="en-GB" sz="2400">
                <a:effectLst/>
                <a:ea typeface="Malgun Gothic" panose="020B0503020000020004" pitchFamily="34" charset="-127"/>
                <a:cs typeface="Times New Roman" panose="02020603050405020304" pitchFamily="18" charset="0"/>
              </a:rPr>
              <a:t> </a:t>
            </a:r>
            <a:r>
              <a:rPr lang="en-GB" sz="2400" err="1">
                <a:effectLst/>
                <a:ea typeface="Malgun Gothic" panose="020B0503020000020004" pitchFamily="34" charset="-127"/>
                <a:cs typeface="Times New Roman" panose="02020603050405020304" pitchFamily="18" charset="0"/>
              </a:rPr>
              <a:t>Concluzii</a:t>
            </a:r>
            <a:r>
              <a:rPr lang="en-GB" sz="2400">
                <a:effectLst/>
                <a:ea typeface="Malgun Gothic" panose="020B0503020000020004" pitchFamily="34" charset="-127"/>
                <a:cs typeface="Times New Roman" panose="02020603050405020304" pitchFamily="18" charset="0"/>
              </a:rPr>
              <a:t> finale</a:t>
            </a:r>
            <a:r>
              <a:rPr lang="en-US" sz="2400"/>
              <a:t> </a:t>
            </a:r>
          </a:p>
        </p:txBody>
      </p:sp>
      <p:pic>
        <p:nvPicPr>
          <p:cNvPr id="6" name="Picture 5">
            <a:extLst>
              <a:ext uri="{FF2B5EF4-FFF2-40B4-BE49-F238E27FC236}">
                <a16:creationId xmlns:a16="http://schemas.microsoft.com/office/drawing/2014/main" id="{F78965D0-8892-A290-0B6A-3BD8792C038F}"/>
              </a:ext>
            </a:extLst>
          </p:cNvPr>
          <p:cNvPicPr>
            <a:picLocks noChangeAspect="1"/>
          </p:cNvPicPr>
          <p:nvPr/>
        </p:nvPicPr>
        <p:blipFill rotWithShape="1">
          <a:blip r:embed="rId2">
            <a:extLst>
              <a:ext uri="{28A0092B-C50C-407E-A947-70E740481C1C}">
                <a14:useLocalDpi xmlns:a14="http://schemas.microsoft.com/office/drawing/2010/main" val="0"/>
              </a:ext>
            </a:extLst>
          </a:blip>
          <a:srcRect b="5470"/>
          <a:stretch/>
        </p:blipFill>
        <p:spPr>
          <a:xfrm>
            <a:off x="6693310" y="337791"/>
            <a:ext cx="5148130" cy="2737441"/>
          </a:xfrm>
          <a:prstGeom prst="rect">
            <a:avLst/>
          </a:prstGeom>
          <a:solidFill>
            <a:schemeClr val="accent2"/>
          </a:solidFill>
          <a:ln w="19050">
            <a:solidFill>
              <a:schemeClr val="accent2"/>
            </a:solidFill>
          </a:ln>
        </p:spPr>
      </p:pic>
      <p:pic>
        <p:nvPicPr>
          <p:cNvPr id="8" name="Picture 7">
            <a:extLst>
              <a:ext uri="{FF2B5EF4-FFF2-40B4-BE49-F238E27FC236}">
                <a16:creationId xmlns:a16="http://schemas.microsoft.com/office/drawing/2014/main" id="{F70623BD-C34A-D9BA-40F6-9D194A008294}"/>
              </a:ext>
            </a:extLst>
          </p:cNvPr>
          <p:cNvPicPr>
            <a:picLocks noChangeAspect="1"/>
          </p:cNvPicPr>
          <p:nvPr/>
        </p:nvPicPr>
        <p:blipFill rotWithShape="1">
          <a:blip r:embed="rId3">
            <a:extLst>
              <a:ext uri="{28A0092B-C50C-407E-A947-70E740481C1C}">
                <a14:useLocalDpi xmlns:a14="http://schemas.microsoft.com/office/drawing/2010/main" val="0"/>
              </a:ext>
            </a:extLst>
          </a:blip>
          <a:srcRect b="5371"/>
          <a:stretch/>
        </p:blipFill>
        <p:spPr>
          <a:xfrm>
            <a:off x="575108" y="1272326"/>
            <a:ext cx="5627239" cy="2995299"/>
          </a:xfrm>
          <a:prstGeom prst="rect">
            <a:avLst/>
          </a:prstGeom>
          <a:ln w="28575">
            <a:solidFill>
              <a:schemeClr val="accent1"/>
            </a:solidFill>
          </a:ln>
        </p:spPr>
      </p:pic>
      <p:pic>
        <p:nvPicPr>
          <p:cNvPr id="10" name="Picture 9">
            <a:extLst>
              <a:ext uri="{FF2B5EF4-FFF2-40B4-BE49-F238E27FC236}">
                <a16:creationId xmlns:a16="http://schemas.microsoft.com/office/drawing/2014/main" id="{1AAB49CF-C668-F5AE-3F73-5841F0F9E710}"/>
              </a:ext>
            </a:extLst>
          </p:cNvPr>
          <p:cNvPicPr>
            <a:picLocks noChangeAspect="1"/>
          </p:cNvPicPr>
          <p:nvPr/>
        </p:nvPicPr>
        <p:blipFill rotWithShape="1">
          <a:blip r:embed="rId4">
            <a:extLst>
              <a:ext uri="{28A0092B-C50C-407E-A947-70E740481C1C}">
                <a14:useLocalDpi xmlns:a14="http://schemas.microsoft.com/office/drawing/2010/main" val="0"/>
              </a:ext>
            </a:extLst>
          </a:blip>
          <a:srcRect b="5371"/>
          <a:stretch/>
        </p:blipFill>
        <p:spPr>
          <a:xfrm>
            <a:off x="567611" y="3652757"/>
            <a:ext cx="5642232" cy="3003280"/>
          </a:xfrm>
          <a:prstGeom prst="rect">
            <a:avLst/>
          </a:prstGeom>
          <a:ln w="28575">
            <a:solidFill>
              <a:schemeClr val="accent3"/>
            </a:solidFill>
          </a:ln>
        </p:spPr>
      </p:pic>
      <p:sp>
        <p:nvSpPr>
          <p:cNvPr id="17" name="TextBox 16">
            <a:extLst>
              <a:ext uri="{FF2B5EF4-FFF2-40B4-BE49-F238E27FC236}">
                <a16:creationId xmlns:a16="http://schemas.microsoft.com/office/drawing/2014/main" id="{0EDD2BE6-E893-4415-5CCF-5C336634A344}"/>
              </a:ext>
            </a:extLst>
          </p:cNvPr>
          <p:cNvSpPr txBox="1"/>
          <p:nvPr/>
        </p:nvSpPr>
        <p:spPr>
          <a:xfrm>
            <a:off x="10347387" y="3179619"/>
            <a:ext cx="1494053" cy="307777"/>
          </a:xfrm>
          <a:prstGeom prst="rect">
            <a:avLst/>
          </a:prstGeom>
          <a:noFill/>
          <a:ln>
            <a:solidFill>
              <a:schemeClr val="tx1"/>
            </a:solidFill>
          </a:ln>
        </p:spPr>
        <p:txBody>
          <a:bodyPr wrap="square" rtlCol="0">
            <a:spAutoFit/>
          </a:bodyPr>
          <a:lstStyle/>
          <a:p>
            <a:r>
              <a:rPr lang="en-GB" sz="1400" i="1" err="1"/>
              <a:t>Pagina</a:t>
            </a:r>
            <a:r>
              <a:rPr lang="en-GB" sz="1400" i="1"/>
              <a:t> de </a:t>
            </a:r>
            <a:r>
              <a:rPr lang="en-GB" sz="1400" i="1" err="1"/>
              <a:t>acas</a:t>
            </a:r>
            <a:r>
              <a:rPr lang="ro-RO" sz="1400" i="1">
                <a:effectLst/>
                <a:latin typeface="Avenir Next LT Pro" panose="020B0504020202020204" pitchFamily="34" charset="0"/>
                <a:ea typeface="Malgun Gothic" panose="020B0503020000020004" pitchFamily="34" charset="-127"/>
                <a:cs typeface="Times New Roman" panose="02020603050405020304" pitchFamily="18" charset="0"/>
              </a:rPr>
              <a:t>ă</a:t>
            </a:r>
            <a:endParaRPr lang="en-GB" sz="1400" i="1"/>
          </a:p>
        </p:txBody>
      </p:sp>
      <p:sp>
        <p:nvSpPr>
          <p:cNvPr id="18" name="TextBox 17">
            <a:extLst>
              <a:ext uri="{FF2B5EF4-FFF2-40B4-BE49-F238E27FC236}">
                <a16:creationId xmlns:a16="http://schemas.microsoft.com/office/drawing/2014/main" id="{EDF386EE-DAF4-FC58-52A8-AA631F416651}"/>
              </a:ext>
            </a:extLst>
          </p:cNvPr>
          <p:cNvSpPr txBox="1"/>
          <p:nvPr/>
        </p:nvSpPr>
        <p:spPr>
          <a:xfrm>
            <a:off x="6829895" y="4026807"/>
            <a:ext cx="4896157" cy="2062103"/>
          </a:xfrm>
          <a:prstGeom prst="rect">
            <a:avLst/>
          </a:prstGeom>
          <a:noFill/>
        </p:spPr>
        <p:txBody>
          <a:bodyPr wrap="square" rtlCol="0">
            <a:spAutoFit/>
          </a:bodyPr>
          <a:lstStyle/>
          <a:p>
            <a:pPr marL="285750" indent="-285750">
              <a:buFont typeface="Arial" panose="020B0604020202020204" pitchFamily="34" charset="0"/>
              <a:buChar char="•"/>
            </a:pPr>
            <a:r>
              <a:rPr lang="ro-RO" sz="1600" kern="100">
                <a:effectLst/>
                <a:latin typeface="Avenir Next LT Pro" panose="020B0504020202020204" pitchFamily="34" charset="0"/>
                <a:ea typeface="Malgun Gothic" panose="020B0503020000020004" pitchFamily="34" charset="-127"/>
                <a:cs typeface="Times New Roman" panose="02020603050405020304" pitchFamily="18" charset="0"/>
              </a:rPr>
              <a:t>În secțiunea Calendar apare un calendar și o bară pentru opțiuni. Selectăm ziua care ne interesează și una dintre </a:t>
            </a:r>
            <a:r>
              <a:rPr lang="ro-RO" sz="1600">
                <a:effectLst/>
                <a:latin typeface="Avenir Next LT Pro" panose="020B0504020202020204" pitchFamily="34" charset="0"/>
                <a:ea typeface="Malgun Gothic" panose="020B0503020000020004" pitchFamily="34" charset="-127"/>
                <a:cs typeface="Times New Roman" panose="02020603050405020304" pitchFamily="18" charset="0"/>
              </a:rPr>
              <a:t>opțiuni – mașini în cazul nostru</a:t>
            </a:r>
            <a:r>
              <a:rPr lang="ro-RO" sz="1600" kern="100">
                <a:effectLst/>
                <a:latin typeface="Avenir Next LT Pro" panose="020B0504020202020204" pitchFamily="34" charset="0"/>
                <a:ea typeface="Malgun Gothic" panose="020B0503020000020004" pitchFamily="34" charset="-127"/>
                <a:cs typeface="Times New Roman" panose="02020603050405020304" pitchFamily="18" charset="0"/>
              </a:rPr>
              <a:t>. Astfel apare un tabel cu numărul de mașini pe fiecare oră, dar și o rubrică cu sugestii de optimizare a semafoarelor</a:t>
            </a:r>
            <a:r>
              <a:rPr lang="en-GB" sz="1600" kern="100">
                <a:effectLst/>
                <a:latin typeface="Avenir Next LT Pro" panose="020B0504020202020204" pitchFamily="34" charset="0"/>
                <a:ea typeface="Malgun Gothic" panose="020B0503020000020004" pitchFamily="34" charset="-127"/>
                <a:cs typeface="Times New Roman" panose="02020603050405020304" pitchFamily="18" charset="0"/>
              </a:rPr>
              <a:t> </a:t>
            </a:r>
            <a:r>
              <a:rPr lang="en-GB" sz="1600" kern="100" err="1">
                <a:effectLst/>
                <a:latin typeface="Avenir Next LT Pro" panose="020B0504020202020204" pitchFamily="34" charset="0"/>
                <a:ea typeface="Malgun Gothic" panose="020B0503020000020004" pitchFamily="34" charset="-127"/>
                <a:cs typeface="Times New Roman" panose="02020603050405020304" pitchFamily="18" charset="0"/>
              </a:rPr>
              <a:t>sau</a:t>
            </a:r>
            <a:r>
              <a:rPr lang="en-GB" sz="1600" kern="100">
                <a:effectLst/>
                <a:latin typeface="Avenir Next LT Pro" panose="020B0504020202020204" pitchFamily="34" charset="0"/>
                <a:ea typeface="Malgun Gothic" panose="020B0503020000020004" pitchFamily="34" charset="-127"/>
                <a:cs typeface="Times New Roman" panose="02020603050405020304" pitchFamily="18" charset="0"/>
              </a:rPr>
              <a:t> </a:t>
            </a:r>
            <a:r>
              <a:rPr lang="en-GB" sz="1600" kern="100" err="1">
                <a:effectLst/>
                <a:latin typeface="Avenir Next LT Pro" panose="020B0504020202020204" pitchFamily="34" charset="0"/>
                <a:ea typeface="Malgun Gothic" panose="020B0503020000020004" pitchFamily="34" charset="-127"/>
                <a:cs typeface="Times New Roman" panose="02020603050405020304" pitchFamily="18" charset="0"/>
              </a:rPr>
              <a:t>solu</a:t>
            </a:r>
            <a:r>
              <a:rPr lang="ro-RO" sz="1600" kern="100">
                <a:effectLst/>
                <a:latin typeface="Avenir Next LT Pro" panose="020B0504020202020204" pitchFamily="34" charset="0"/>
                <a:ea typeface="Malgun Gothic" panose="020B0503020000020004" pitchFamily="34" charset="-127"/>
                <a:cs typeface="Times New Roman" panose="02020603050405020304" pitchFamily="18" charset="0"/>
              </a:rPr>
              <a:t>ț</a:t>
            </a:r>
            <a:r>
              <a:rPr lang="en-GB" sz="1600" kern="100">
                <a:effectLst/>
                <a:latin typeface="Avenir Next LT Pro" panose="020B0504020202020204" pitchFamily="34" charset="0"/>
                <a:ea typeface="Malgun Gothic" panose="020B0503020000020004" pitchFamily="34" charset="-127"/>
                <a:cs typeface="Times New Roman" panose="02020603050405020304" pitchFamily="18" charset="0"/>
              </a:rPr>
              <a:t>ii de </a:t>
            </a:r>
            <a:r>
              <a:rPr lang="ro-RO" sz="1600" kern="100">
                <a:effectLst/>
                <a:latin typeface="Avenir Next LT Pro" panose="020B0504020202020204" pitchFamily="34" charset="0"/>
                <a:ea typeface="Malgun Gothic" panose="020B0503020000020004" pitchFamily="34" charset="-127"/>
                <a:cs typeface="Times New Roman" panose="02020603050405020304" pitchFamily="18" charset="0"/>
              </a:rPr>
              <a:t>î</a:t>
            </a:r>
            <a:r>
              <a:rPr lang="en-GB" sz="1600" kern="100" err="1">
                <a:effectLst/>
                <a:latin typeface="Avenir Next LT Pro" panose="020B0504020202020204" pitchFamily="34" charset="0"/>
                <a:ea typeface="Malgun Gothic" panose="020B0503020000020004" pitchFamily="34" charset="-127"/>
                <a:cs typeface="Times New Roman" panose="02020603050405020304" pitchFamily="18" charset="0"/>
              </a:rPr>
              <a:t>mbun</a:t>
            </a:r>
            <a:r>
              <a:rPr lang="ro-RO" sz="1600" kern="100">
                <a:effectLst/>
                <a:latin typeface="Avenir Next LT Pro" panose="020B0504020202020204" pitchFamily="34" charset="0"/>
                <a:ea typeface="Malgun Gothic" panose="020B0503020000020004" pitchFamily="34" charset="-127"/>
                <a:cs typeface="Times New Roman" panose="02020603050405020304" pitchFamily="18" charset="0"/>
              </a:rPr>
              <a:t>ă</a:t>
            </a:r>
            <a:r>
              <a:rPr lang="en-GB" sz="1600" kern="100">
                <a:effectLst/>
                <a:latin typeface="Avenir Next LT Pro" panose="020B0504020202020204" pitchFamily="34" charset="0"/>
                <a:ea typeface="Malgun Gothic" panose="020B0503020000020004" pitchFamily="34" charset="-127"/>
                <a:cs typeface="Times New Roman" panose="02020603050405020304" pitchFamily="18" charset="0"/>
              </a:rPr>
              <a:t>t</a:t>
            </a:r>
            <a:r>
              <a:rPr lang="ro-RO" sz="1600" kern="100">
                <a:effectLst/>
                <a:latin typeface="Avenir Next LT Pro" panose="020B0504020202020204" pitchFamily="34" charset="0"/>
                <a:ea typeface="Malgun Gothic" panose="020B0503020000020004" pitchFamily="34" charset="-127"/>
                <a:cs typeface="Times New Roman" panose="02020603050405020304" pitchFamily="18" charset="0"/>
              </a:rPr>
              <a:t>ăț</a:t>
            </a:r>
            <a:r>
              <a:rPr lang="en-GB" sz="1600" kern="100">
                <a:effectLst/>
                <a:latin typeface="Avenir Next LT Pro" panose="020B0504020202020204" pitchFamily="34" charset="0"/>
                <a:ea typeface="Malgun Gothic" panose="020B0503020000020004" pitchFamily="34" charset="-127"/>
                <a:cs typeface="Times New Roman" panose="02020603050405020304" pitchFamily="18" charset="0"/>
              </a:rPr>
              <a:t>ire a </a:t>
            </a:r>
            <a:r>
              <a:rPr lang="en-GB" sz="1600" kern="100" err="1">
                <a:effectLst/>
                <a:latin typeface="Avenir Next LT Pro" panose="020B0504020202020204" pitchFamily="34" charset="0"/>
                <a:ea typeface="Malgun Gothic" panose="020B0503020000020004" pitchFamily="34" charset="-127"/>
                <a:cs typeface="Times New Roman" panose="02020603050405020304" pitchFamily="18" charset="0"/>
              </a:rPr>
              <a:t>infrastructurii</a:t>
            </a:r>
            <a:r>
              <a:rPr lang="en-GB" sz="1600" kern="100">
                <a:latin typeface="Avenir Next LT Pro" panose="020B0504020202020204" pitchFamily="34" charset="0"/>
                <a:ea typeface="Malgun Gothic" panose="020B0503020000020004" pitchFamily="34" charset="-127"/>
                <a:cs typeface="Times New Roman" panose="02020603050405020304" pitchFamily="18" charset="0"/>
              </a:rPr>
              <a:t>. </a:t>
            </a:r>
            <a:endParaRPr lang="en-GB" sz="1600" kern="100">
              <a:effectLst/>
              <a:latin typeface="Arial" panose="020B0604020202020204" pitchFamily="34" charset="0"/>
              <a:ea typeface="Malgun Gothic" panose="020B0503020000020004" pitchFamily="34" charset="-127"/>
              <a:cs typeface="Times New Roman" panose="02020603050405020304" pitchFamily="18" charset="0"/>
            </a:endParaRPr>
          </a:p>
          <a:p>
            <a:endParaRPr lang="en-GB" sz="1600"/>
          </a:p>
        </p:txBody>
      </p:sp>
      <p:sp>
        <p:nvSpPr>
          <p:cNvPr id="19" name="TextBox 18">
            <a:extLst>
              <a:ext uri="{FF2B5EF4-FFF2-40B4-BE49-F238E27FC236}">
                <a16:creationId xmlns:a16="http://schemas.microsoft.com/office/drawing/2014/main" id="{77AF3A26-78F8-98FA-80AA-4C21A2A9119E}"/>
              </a:ext>
            </a:extLst>
          </p:cNvPr>
          <p:cNvSpPr txBox="1"/>
          <p:nvPr/>
        </p:nvSpPr>
        <p:spPr>
          <a:xfrm>
            <a:off x="6378973" y="6150465"/>
            <a:ext cx="993677" cy="523220"/>
          </a:xfrm>
          <a:prstGeom prst="rect">
            <a:avLst/>
          </a:prstGeom>
          <a:noFill/>
          <a:ln>
            <a:solidFill>
              <a:schemeClr val="tx1"/>
            </a:solidFill>
          </a:ln>
        </p:spPr>
        <p:txBody>
          <a:bodyPr wrap="square" rtlCol="0">
            <a:spAutoFit/>
          </a:bodyPr>
          <a:lstStyle/>
          <a:p>
            <a:r>
              <a:rPr lang="en-GB" sz="1400" i="1" kern="100">
                <a:effectLst/>
                <a:latin typeface="Avenir Next LT Pro" panose="020B0504020202020204" pitchFamily="34" charset="0"/>
                <a:ea typeface="Malgun Gothic" panose="020B0503020000020004" pitchFamily="34" charset="-127"/>
                <a:cs typeface="Times New Roman" panose="02020603050405020304" pitchFamily="18" charset="0"/>
              </a:rPr>
              <a:t>S</a:t>
            </a:r>
            <a:r>
              <a:rPr lang="ro-RO" sz="1400" i="1" kern="100">
                <a:effectLst/>
                <a:latin typeface="Avenir Next LT Pro" panose="020B0504020202020204" pitchFamily="34" charset="0"/>
                <a:ea typeface="Malgun Gothic" panose="020B0503020000020004" pitchFamily="34" charset="-127"/>
                <a:cs typeface="Times New Roman" panose="02020603050405020304" pitchFamily="18" charset="0"/>
              </a:rPr>
              <a:t>ecțiunea Calendar</a:t>
            </a:r>
            <a:endParaRPr lang="en-GB" sz="1400" i="1"/>
          </a:p>
        </p:txBody>
      </p:sp>
    </p:spTree>
    <p:extLst>
      <p:ext uri="{BB962C8B-B14F-4D97-AF65-F5344CB8AC3E}">
        <p14:creationId xmlns:p14="http://schemas.microsoft.com/office/powerpoint/2010/main" val="781731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3973B-0B4E-45F5-8FC8-64F4D5C24B99}"/>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B84EF1FC-676D-4D1E-BBC4-1F02E67613C4}"/>
              </a:ext>
            </a:extLst>
          </p:cNvPr>
          <p:cNvSpPr>
            <a:spLocks noGrp="1"/>
          </p:cNvSpPr>
          <p:nvPr>
            <p:ph idx="1"/>
          </p:nvPr>
        </p:nvSpPr>
        <p:spPr>
          <a:xfrm>
            <a:off x="7522589" y="1050381"/>
            <a:ext cx="4227136" cy="144540"/>
          </a:xfrm>
        </p:spPr>
        <p:txBody>
          <a:bodyPr>
            <a:normAutofit fontScale="25000" lnSpcReduction="20000"/>
          </a:bodyPr>
          <a:lstStyle/>
          <a:p>
            <a:pPr marL="0" indent="0">
              <a:buNone/>
            </a:pPr>
            <a:r>
              <a:rPr lang="en-US"/>
              <a:t>    </a:t>
            </a:r>
          </a:p>
        </p:txBody>
      </p:sp>
      <p:sp>
        <p:nvSpPr>
          <p:cNvPr id="10" name="TextBox 9">
            <a:extLst>
              <a:ext uri="{FF2B5EF4-FFF2-40B4-BE49-F238E27FC236}">
                <a16:creationId xmlns:a16="http://schemas.microsoft.com/office/drawing/2014/main" id="{13961826-05AF-451D-9F56-301D40E75931}"/>
              </a:ext>
            </a:extLst>
          </p:cNvPr>
          <p:cNvSpPr txBox="1"/>
          <p:nvPr/>
        </p:nvSpPr>
        <p:spPr>
          <a:xfrm>
            <a:off x="838200" y="232812"/>
            <a:ext cx="5003045" cy="2021964"/>
          </a:xfrm>
          <a:prstGeom prst="rect">
            <a:avLst/>
          </a:prstGeom>
          <a:noFill/>
        </p:spPr>
        <p:txBody>
          <a:bodyPr wrap="square" rtlCol="0">
            <a:spAutoFit/>
          </a:bodyPr>
          <a:lstStyle/>
          <a:p>
            <a:pPr>
              <a:lnSpc>
                <a:spcPct val="107000"/>
              </a:lnSpc>
              <a:spcAft>
                <a:spcPts val="800"/>
              </a:spcAft>
            </a:pPr>
            <a:r>
              <a:rPr lang="ro-RO" sz="1600" kern="100">
                <a:effectLst/>
                <a:latin typeface="Avenir Next LT Pro" panose="020B0504020202020204" pitchFamily="34" charset="0"/>
                <a:ea typeface="Malgun Gothic" panose="020B0503020000020004" pitchFamily="34" charset="-127"/>
                <a:cs typeface="Times New Roman" panose="02020603050405020304" pitchFamily="18" charset="0"/>
              </a:rPr>
              <a:t>Pentru secțiunea Statistici, trebuie să alegem opțiunea, în cazul nostru pietoni. Putem observa un grafic care numărul de pietoni care trec în fiecare oră și suplimentar cei care trec pe roșu, iar mai jos avem un pie chart care împarte numărul de pietoni în funcție de perioada zilei. </a:t>
            </a:r>
            <a:endParaRPr lang="en-GB" sz="1600" kern="100">
              <a:effectLst/>
              <a:latin typeface="Arial" panose="020B0604020202020204" pitchFamily="34" charset="0"/>
              <a:ea typeface="Malgun Gothic" panose="020B0503020000020004" pitchFamily="34" charset="-127"/>
              <a:cs typeface="Times New Roman" panose="02020603050405020304" pitchFamily="18" charset="0"/>
            </a:endParaRPr>
          </a:p>
          <a:p>
            <a:endParaRPr lang="en-US" sz="1600"/>
          </a:p>
        </p:txBody>
      </p:sp>
      <p:pic>
        <p:nvPicPr>
          <p:cNvPr id="4" name="Picture 3">
            <a:extLst>
              <a:ext uri="{FF2B5EF4-FFF2-40B4-BE49-F238E27FC236}">
                <a16:creationId xmlns:a16="http://schemas.microsoft.com/office/drawing/2014/main" id="{845755C7-DBD5-39D2-1209-F3C4D0747E1B}"/>
              </a:ext>
            </a:extLst>
          </p:cNvPr>
          <p:cNvPicPr>
            <a:picLocks noChangeAspect="1"/>
          </p:cNvPicPr>
          <p:nvPr/>
        </p:nvPicPr>
        <p:blipFill rotWithShape="1">
          <a:blip r:embed="rId2">
            <a:extLst>
              <a:ext uri="{28A0092B-C50C-407E-A947-70E740481C1C}">
                <a14:useLocalDpi xmlns:a14="http://schemas.microsoft.com/office/drawing/2010/main" val="0"/>
              </a:ext>
            </a:extLst>
          </a:blip>
          <a:srcRect b="5422"/>
          <a:stretch/>
        </p:blipFill>
        <p:spPr>
          <a:xfrm>
            <a:off x="6505604" y="180170"/>
            <a:ext cx="5122141" cy="2724985"/>
          </a:xfrm>
          <a:prstGeom prst="rect">
            <a:avLst/>
          </a:prstGeom>
          <a:ln w="28575">
            <a:solidFill>
              <a:schemeClr val="accent5"/>
            </a:solidFill>
          </a:ln>
        </p:spPr>
      </p:pic>
      <p:sp>
        <p:nvSpPr>
          <p:cNvPr id="8" name="Rectangle 7">
            <a:extLst>
              <a:ext uri="{FF2B5EF4-FFF2-40B4-BE49-F238E27FC236}">
                <a16:creationId xmlns:a16="http://schemas.microsoft.com/office/drawing/2014/main" id="{61FD606E-3412-EE79-7DBD-876C9CE008BC}"/>
              </a:ext>
            </a:extLst>
          </p:cNvPr>
          <p:cNvSpPr/>
          <p:nvPr/>
        </p:nvSpPr>
        <p:spPr>
          <a:xfrm>
            <a:off x="503441" y="2054352"/>
            <a:ext cx="5115504" cy="3848227"/>
          </a:xfrm>
          <a:prstGeom prst="rect">
            <a:avLst/>
          </a:prstGeom>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pic>
        <p:nvPicPr>
          <p:cNvPr id="12" name="Picture 11">
            <a:extLst>
              <a:ext uri="{FF2B5EF4-FFF2-40B4-BE49-F238E27FC236}">
                <a16:creationId xmlns:a16="http://schemas.microsoft.com/office/drawing/2014/main" id="{E9B01CCC-99D4-4F88-B5ED-6AC74D5C0ABF}"/>
              </a:ext>
            </a:extLst>
          </p:cNvPr>
          <p:cNvPicPr>
            <a:picLocks noChangeAspect="1"/>
          </p:cNvPicPr>
          <p:nvPr/>
        </p:nvPicPr>
        <p:blipFill rotWithShape="1">
          <a:blip r:embed="rId3">
            <a:extLst>
              <a:ext uri="{28A0092B-C50C-407E-A947-70E740481C1C}">
                <a14:useLocalDpi xmlns:a14="http://schemas.microsoft.com/office/drawing/2010/main" val="0"/>
              </a:ext>
            </a:extLst>
          </a:blip>
          <a:srcRect b="5371"/>
          <a:stretch/>
        </p:blipFill>
        <p:spPr>
          <a:xfrm>
            <a:off x="498595" y="2066507"/>
            <a:ext cx="5119403" cy="2724985"/>
          </a:xfrm>
          <a:prstGeom prst="rect">
            <a:avLst/>
          </a:prstGeom>
        </p:spPr>
      </p:pic>
      <p:pic>
        <p:nvPicPr>
          <p:cNvPr id="7" name="Picture 6">
            <a:extLst>
              <a:ext uri="{FF2B5EF4-FFF2-40B4-BE49-F238E27FC236}">
                <a16:creationId xmlns:a16="http://schemas.microsoft.com/office/drawing/2014/main" id="{BD29FDFD-A3C9-FF13-93EF-20360595726C}"/>
              </a:ext>
            </a:extLst>
          </p:cNvPr>
          <p:cNvPicPr>
            <a:picLocks noChangeAspect="1"/>
          </p:cNvPicPr>
          <p:nvPr/>
        </p:nvPicPr>
        <p:blipFill rotWithShape="1">
          <a:blip r:embed="rId4">
            <a:extLst>
              <a:ext uri="{28A0092B-C50C-407E-A947-70E740481C1C}">
                <a14:useLocalDpi xmlns:a14="http://schemas.microsoft.com/office/drawing/2010/main" val="0"/>
              </a:ext>
            </a:extLst>
          </a:blip>
          <a:srcRect t="28263" b="5299"/>
          <a:stretch/>
        </p:blipFill>
        <p:spPr>
          <a:xfrm>
            <a:off x="502494" y="3978465"/>
            <a:ext cx="5115504" cy="1911731"/>
          </a:xfrm>
          <a:prstGeom prst="rect">
            <a:avLst/>
          </a:prstGeom>
        </p:spPr>
      </p:pic>
      <p:sp>
        <p:nvSpPr>
          <p:cNvPr id="9" name="TextBox 8">
            <a:extLst>
              <a:ext uri="{FF2B5EF4-FFF2-40B4-BE49-F238E27FC236}">
                <a16:creationId xmlns:a16="http://schemas.microsoft.com/office/drawing/2014/main" id="{462FFFB0-A732-8780-A0C3-99CA9091F22A}"/>
              </a:ext>
            </a:extLst>
          </p:cNvPr>
          <p:cNvSpPr txBox="1"/>
          <p:nvPr/>
        </p:nvSpPr>
        <p:spPr>
          <a:xfrm>
            <a:off x="6508343" y="3429000"/>
            <a:ext cx="5119402" cy="2554545"/>
          </a:xfrm>
          <a:prstGeom prst="rect">
            <a:avLst/>
          </a:prstGeom>
          <a:noFill/>
        </p:spPr>
        <p:txBody>
          <a:bodyPr wrap="square" rtlCol="0">
            <a:spAutoFit/>
          </a:bodyPr>
          <a:lstStyle/>
          <a:p>
            <a:pPr marL="285750" indent="-285750">
              <a:buFont typeface="Arial" panose="020B0604020202020204" pitchFamily="34" charset="0"/>
              <a:buChar char="•"/>
            </a:pPr>
            <a:r>
              <a:rPr lang="ro-RO" sz="1600">
                <a:effectLst/>
                <a:latin typeface="Avenir Next LT Pro" panose="020B0504020202020204" pitchFamily="34" charset="0"/>
                <a:ea typeface="Malgun Gothic" panose="020B0503020000020004" pitchFamily="34" charset="-127"/>
                <a:cs typeface="Times New Roman" panose="02020603050405020304" pitchFamily="18" charset="0"/>
              </a:rPr>
              <a:t>La secțiunea hartă avem</a:t>
            </a:r>
            <a:r>
              <a:rPr lang="en-GB" sz="1600">
                <a:effectLst/>
                <a:latin typeface="Avenir Next LT Pro" panose="020B0504020202020204" pitchFamily="34" charset="0"/>
                <a:ea typeface="Malgun Gothic" panose="020B0503020000020004" pitchFamily="34" charset="-127"/>
                <a:cs typeface="Times New Roman" panose="02020603050405020304" pitchFamily="18" charset="0"/>
              </a:rPr>
              <a:t>,</a:t>
            </a:r>
            <a:r>
              <a:rPr lang="ro-RO" sz="1600">
                <a:effectLst/>
                <a:latin typeface="Avenir Next LT Pro" panose="020B0504020202020204" pitchFamily="34" charset="0"/>
                <a:ea typeface="Malgun Gothic" panose="020B0503020000020004" pitchFamily="34" charset="-127"/>
                <a:cs typeface="Times New Roman" panose="02020603050405020304" pitchFamily="18" charset="0"/>
              </a:rPr>
              <a:t> în mod evident</a:t>
            </a:r>
            <a:r>
              <a:rPr lang="en-GB" sz="1600">
                <a:effectLst/>
                <a:latin typeface="Avenir Next LT Pro" panose="020B0504020202020204" pitchFamily="34" charset="0"/>
                <a:ea typeface="Malgun Gothic" panose="020B0503020000020004" pitchFamily="34" charset="-127"/>
                <a:cs typeface="Times New Roman" panose="02020603050405020304" pitchFamily="18" charset="0"/>
              </a:rPr>
              <a:t>,</a:t>
            </a:r>
            <a:r>
              <a:rPr lang="ro-RO" sz="1600">
                <a:effectLst/>
                <a:latin typeface="Avenir Next LT Pro" panose="020B0504020202020204" pitchFamily="34" charset="0"/>
                <a:ea typeface="Malgun Gothic" panose="020B0503020000020004" pitchFamily="34" charset="-127"/>
                <a:cs typeface="Times New Roman" panose="02020603050405020304" pitchFamily="18" charset="0"/>
              </a:rPr>
              <a:t> o hartă a intersecției unde vom marca zonele care trebuie îmbunătățite. Dacă ținem mouse-ul pe pin avem și detalii despre îmbunătățirile menționate anterior</a:t>
            </a:r>
            <a:r>
              <a:rPr lang="en-GB" sz="1600">
                <a:effectLst/>
                <a:latin typeface="Avenir Next LT Pro" panose="020B0504020202020204" pitchFamily="34" charset="0"/>
                <a:ea typeface="Malgun Gothic" panose="020B0503020000020004" pitchFamily="34" charset="-127"/>
                <a:cs typeface="Times New Roman" panose="02020603050405020304" pitchFamily="18" charset="0"/>
              </a:rPr>
              <a:t> (</a:t>
            </a:r>
            <a:r>
              <a:rPr lang="en-GB" sz="1600" err="1">
                <a:effectLst/>
                <a:latin typeface="Avenir Next LT Pro" panose="020B0504020202020204" pitchFamily="34" charset="0"/>
                <a:ea typeface="Malgun Gothic" panose="020B0503020000020004" pitchFamily="34" charset="-127"/>
                <a:cs typeface="Times New Roman" panose="02020603050405020304" pitchFamily="18" charset="0"/>
              </a:rPr>
              <a:t>galben</a:t>
            </a:r>
            <a:r>
              <a:rPr lang="en-GB" sz="1600">
                <a:effectLst/>
                <a:latin typeface="Avenir Next LT Pro" panose="020B0504020202020204" pitchFamily="34" charset="0"/>
                <a:ea typeface="Malgun Gothic" panose="020B0503020000020004" pitchFamily="34" charset="-127"/>
                <a:cs typeface="Times New Roman" panose="02020603050405020304" pitchFamily="18" charset="0"/>
              </a:rPr>
              <a:t>), </a:t>
            </a:r>
            <a:r>
              <a:rPr lang="en-GB" sz="1600" err="1">
                <a:effectLst/>
                <a:latin typeface="Avenir Next LT Pro" panose="020B0504020202020204" pitchFamily="34" charset="0"/>
                <a:ea typeface="Malgun Gothic" panose="020B0503020000020004" pitchFamily="34" charset="-127"/>
                <a:cs typeface="Times New Roman" panose="02020603050405020304" pitchFamily="18" charset="0"/>
              </a:rPr>
              <a:t>dar</a:t>
            </a:r>
            <a:r>
              <a:rPr lang="en-GB" sz="1600">
                <a:effectLst/>
                <a:latin typeface="Avenir Next LT Pro" panose="020B0504020202020204" pitchFamily="34" charset="0"/>
                <a:ea typeface="Malgun Gothic" panose="020B0503020000020004" pitchFamily="34" charset="-127"/>
                <a:cs typeface="Times New Roman" panose="02020603050405020304" pitchFamily="18" charset="0"/>
              </a:rPr>
              <a:t> </a:t>
            </a:r>
            <a:r>
              <a:rPr lang="ro-RO" sz="1600" kern="100">
                <a:effectLst/>
                <a:latin typeface="Avenir Next LT Pro" panose="020B0504020202020204" pitchFamily="34" charset="0"/>
                <a:ea typeface="Malgun Gothic" panose="020B0503020000020004" pitchFamily="34" charset="-127"/>
                <a:cs typeface="Times New Roman" panose="02020603050405020304" pitchFamily="18" charset="0"/>
              </a:rPr>
              <a:t>și despre problemele existente ale semaforizării</a:t>
            </a:r>
            <a:r>
              <a:rPr lang="ro-RO" sz="1600">
                <a:effectLst/>
                <a:latin typeface="Avenir Next LT Pro" panose="020B0504020202020204" pitchFamily="34" charset="0"/>
                <a:ea typeface="Malgun Gothic" panose="020B0503020000020004" pitchFamily="34" charset="-127"/>
                <a:cs typeface="Times New Roman" panose="02020603050405020304" pitchFamily="18" charset="0"/>
              </a:rPr>
              <a:t>.</a:t>
            </a:r>
            <a:endParaRPr lang="en-GB" sz="1600">
              <a:effectLst/>
              <a:latin typeface="Avenir Next LT Pro" panose="020B0504020202020204" pitchFamily="34" charset="0"/>
              <a:ea typeface="Malgun Gothic" panose="020B0503020000020004" pitchFamily="34" charset="-127"/>
              <a:cs typeface="Times New Roman" panose="02020603050405020304" pitchFamily="18" charset="0"/>
            </a:endParaRPr>
          </a:p>
          <a:p>
            <a:pPr marL="285750" indent="-285750">
              <a:buFont typeface="Arial" panose="020B0604020202020204" pitchFamily="34" charset="0"/>
              <a:buChar char="•"/>
            </a:pPr>
            <a:endParaRPr lang="en-GB" sz="1600">
              <a:latin typeface="Avenir Next LT Pro" panose="020B0504020202020204" pitchFamily="34" charset="0"/>
              <a:ea typeface="Malgun Gothic" panose="020B0503020000020004" pitchFamily="34" charset="-127"/>
              <a:cs typeface="Times New Roman" panose="02020603050405020304" pitchFamily="18" charset="0"/>
            </a:endParaRPr>
          </a:p>
          <a:p>
            <a:pPr marL="285750" indent="-285750">
              <a:buFont typeface="Arial" panose="020B0604020202020204" pitchFamily="34" charset="0"/>
              <a:buChar char="•"/>
            </a:pPr>
            <a:r>
              <a:rPr lang="en-GB" sz="1600" err="1">
                <a:latin typeface="Avenir Next LT Pro" panose="020B0504020202020204" pitchFamily="34" charset="0"/>
                <a:ea typeface="Malgun Gothic" panose="020B0503020000020004" pitchFamily="34" charset="-127"/>
                <a:cs typeface="Times New Roman" panose="02020603050405020304" pitchFamily="18" charset="0"/>
              </a:rPr>
              <a:t>Linkul</a:t>
            </a:r>
            <a:r>
              <a:rPr lang="en-GB" sz="1600">
                <a:latin typeface="Avenir Next LT Pro" panose="020B0504020202020204" pitchFamily="34" charset="0"/>
                <a:ea typeface="Malgun Gothic" panose="020B0503020000020004" pitchFamily="34" charset="-127"/>
                <a:cs typeface="Times New Roman" panose="02020603050405020304" pitchFamily="18" charset="0"/>
              </a:rPr>
              <a:t> site-</a:t>
            </a:r>
            <a:r>
              <a:rPr lang="en-GB" sz="1600" err="1">
                <a:latin typeface="Avenir Next LT Pro" panose="020B0504020202020204" pitchFamily="34" charset="0"/>
                <a:ea typeface="Malgun Gothic" panose="020B0503020000020004" pitchFamily="34" charset="-127"/>
                <a:cs typeface="Times New Roman" panose="02020603050405020304" pitchFamily="18" charset="0"/>
              </a:rPr>
              <a:t>ului</a:t>
            </a:r>
            <a:r>
              <a:rPr lang="en-GB" sz="1600">
                <a:latin typeface="Avenir Next LT Pro" panose="020B0504020202020204" pitchFamily="34" charset="0"/>
                <a:ea typeface="Malgun Gothic" panose="020B0503020000020004" pitchFamily="34" charset="-127"/>
                <a:cs typeface="Times New Roman" panose="02020603050405020304" pitchFamily="18" charset="0"/>
              </a:rPr>
              <a:t>: </a:t>
            </a:r>
          </a:p>
          <a:p>
            <a:r>
              <a:rPr lang="en-GB" sz="1600">
                <a:latin typeface="Avenir Next LT Pro" panose="020B0504020202020204" pitchFamily="34" charset="0"/>
                <a:ea typeface="Malgun Gothic" panose="020B0503020000020004" pitchFamily="34" charset="-127"/>
                <a:cs typeface="Times New Roman" panose="02020603050405020304" pitchFamily="18" charset="0"/>
                <a:hlinkClick r:id="rId5"/>
              </a:rPr>
              <a:t>https://timpurinoipedrumurivechi.netlify.app/</a:t>
            </a:r>
            <a:endParaRPr lang="en-GB" sz="1600">
              <a:latin typeface="Avenir Next LT Pro" panose="020B0504020202020204" pitchFamily="34" charset="0"/>
              <a:ea typeface="Malgun Gothic" panose="020B0503020000020004" pitchFamily="34" charset="-127"/>
              <a:cs typeface="Times New Roman" panose="02020603050405020304" pitchFamily="18" charset="0"/>
            </a:endParaRPr>
          </a:p>
          <a:p>
            <a:endParaRPr lang="en-GB" sz="1600">
              <a:latin typeface="Avenir Next LT Pro" panose="020B0504020202020204" pitchFamily="34" charset="0"/>
              <a:ea typeface="Malgun Gothic" panose="020B0503020000020004" pitchFamily="34" charset="-127"/>
              <a:cs typeface="Times New Roman" panose="02020603050405020304" pitchFamily="18" charset="0"/>
            </a:endParaRPr>
          </a:p>
        </p:txBody>
      </p:sp>
      <p:sp>
        <p:nvSpPr>
          <p:cNvPr id="13" name="TextBox 12">
            <a:extLst>
              <a:ext uri="{FF2B5EF4-FFF2-40B4-BE49-F238E27FC236}">
                <a16:creationId xmlns:a16="http://schemas.microsoft.com/office/drawing/2014/main" id="{7002A5B3-BAD7-BD8A-A597-5294AA653FC3}"/>
              </a:ext>
            </a:extLst>
          </p:cNvPr>
          <p:cNvSpPr txBox="1"/>
          <p:nvPr/>
        </p:nvSpPr>
        <p:spPr>
          <a:xfrm>
            <a:off x="6505604" y="3044065"/>
            <a:ext cx="3177345" cy="307777"/>
          </a:xfrm>
          <a:prstGeom prst="rect">
            <a:avLst/>
          </a:prstGeom>
          <a:noFill/>
          <a:ln>
            <a:solidFill>
              <a:schemeClr val="tx1"/>
            </a:solidFill>
          </a:ln>
        </p:spPr>
        <p:txBody>
          <a:bodyPr wrap="none" rtlCol="0">
            <a:spAutoFit/>
          </a:bodyPr>
          <a:lstStyle/>
          <a:p>
            <a:r>
              <a:rPr lang="ro-RO" sz="1400" i="1" kern="100">
                <a:effectLst/>
                <a:latin typeface="Avenir Next LT Pro" panose="020B0504020202020204" pitchFamily="34" charset="0"/>
                <a:ea typeface="Malgun Gothic" panose="020B0503020000020004" pitchFamily="34" charset="-127"/>
                <a:cs typeface="Times New Roman" panose="02020603050405020304" pitchFamily="18" charset="0"/>
              </a:rPr>
              <a:t>Zone de îmbunătățire a infrastructurii</a:t>
            </a:r>
            <a:endParaRPr lang="en-GB" sz="1400"/>
          </a:p>
        </p:txBody>
      </p:sp>
      <p:sp>
        <p:nvSpPr>
          <p:cNvPr id="14" name="TextBox 13">
            <a:extLst>
              <a:ext uri="{FF2B5EF4-FFF2-40B4-BE49-F238E27FC236}">
                <a16:creationId xmlns:a16="http://schemas.microsoft.com/office/drawing/2014/main" id="{23F60062-AA66-AC2A-7467-B419B5AE78A0}"/>
              </a:ext>
            </a:extLst>
          </p:cNvPr>
          <p:cNvSpPr txBox="1"/>
          <p:nvPr/>
        </p:nvSpPr>
        <p:spPr>
          <a:xfrm>
            <a:off x="10961248" y="3044064"/>
            <a:ext cx="666497" cy="307777"/>
          </a:xfrm>
          <a:prstGeom prst="rect">
            <a:avLst/>
          </a:prstGeom>
          <a:noFill/>
          <a:ln>
            <a:solidFill>
              <a:schemeClr val="tx1"/>
            </a:solidFill>
          </a:ln>
        </p:spPr>
        <p:txBody>
          <a:bodyPr wrap="square" rtlCol="0">
            <a:spAutoFit/>
          </a:bodyPr>
          <a:lstStyle/>
          <a:p>
            <a:pPr algn="ctr"/>
            <a:r>
              <a:rPr lang="en-GB" sz="1400" i="1">
                <a:latin typeface="Avenir Next LT Pro" panose="020B0504020202020204" pitchFamily="34" charset="0"/>
                <a:ea typeface="Malgun Gothic" panose="020B0503020000020004" pitchFamily="34" charset="-127"/>
                <a:cs typeface="Times New Roman" panose="02020603050405020304" pitchFamily="18" charset="0"/>
              </a:rPr>
              <a:t>H</a:t>
            </a:r>
            <a:r>
              <a:rPr lang="ro-RO" sz="1400" i="1">
                <a:effectLst/>
                <a:latin typeface="Avenir Next LT Pro" panose="020B0504020202020204" pitchFamily="34" charset="0"/>
                <a:ea typeface="Malgun Gothic" panose="020B0503020000020004" pitchFamily="34" charset="-127"/>
                <a:cs typeface="Times New Roman" panose="02020603050405020304" pitchFamily="18" charset="0"/>
              </a:rPr>
              <a:t>artă</a:t>
            </a:r>
            <a:endParaRPr lang="en-GB" sz="1400" i="1"/>
          </a:p>
        </p:txBody>
      </p:sp>
      <p:sp>
        <p:nvSpPr>
          <p:cNvPr id="15" name="TextBox 14">
            <a:extLst>
              <a:ext uri="{FF2B5EF4-FFF2-40B4-BE49-F238E27FC236}">
                <a16:creationId xmlns:a16="http://schemas.microsoft.com/office/drawing/2014/main" id="{D9C05F08-FF3C-C78B-0EEA-C09CEE9F3249}"/>
              </a:ext>
            </a:extLst>
          </p:cNvPr>
          <p:cNvSpPr txBox="1"/>
          <p:nvPr/>
        </p:nvSpPr>
        <p:spPr>
          <a:xfrm>
            <a:off x="4624321" y="6062111"/>
            <a:ext cx="993677" cy="523220"/>
          </a:xfrm>
          <a:prstGeom prst="rect">
            <a:avLst/>
          </a:prstGeom>
          <a:noFill/>
          <a:ln>
            <a:solidFill>
              <a:schemeClr val="tx1"/>
            </a:solidFill>
          </a:ln>
        </p:spPr>
        <p:txBody>
          <a:bodyPr wrap="square" rtlCol="0">
            <a:spAutoFit/>
          </a:bodyPr>
          <a:lstStyle/>
          <a:p>
            <a:r>
              <a:rPr lang="en-GB" sz="1400" i="1" kern="100">
                <a:effectLst/>
                <a:latin typeface="Avenir Next LT Pro" panose="020B0504020202020204" pitchFamily="34" charset="0"/>
                <a:ea typeface="Malgun Gothic" panose="020B0503020000020004" pitchFamily="34" charset="-127"/>
                <a:cs typeface="Times New Roman" panose="02020603050405020304" pitchFamily="18" charset="0"/>
              </a:rPr>
              <a:t>S</a:t>
            </a:r>
            <a:r>
              <a:rPr lang="ro-RO" sz="1400" i="1" kern="100">
                <a:effectLst/>
                <a:latin typeface="Avenir Next LT Pro" panose="020B0504020202020204" pitchFamily="34" charset="0"/>
                <a:ea typeface="Malgun Gothic" panose="020B0503020000020004" pitchFamily="34" charset="-127"/>
                <a:cs typeface="Times New Roman" panose="02020603050405020304" pitchFamily="18" charset="0"/>
              </a:rPr>
              <a:t>ecțiunea </a:t>
            </a:r>
            <a:r>
              <a:rPr lang="en-GB" sz="1400" i="1" kern="100" err="1">
                <a:effectLst/>
                <a:latin typeface="Avenir Next LT Pro" panose="020B0504020202020204" pitchFamily="34" charset="0"/>
                <a:ea typeface="Malgun Gothic" panose="020B0503020000020004" pitchFamily="34" charset="-127"/>
                <a:cs typeface="Times New Roman" panose="02020603050405020304" pitchFamily="18" charset="0"/>
              </a:rPr>
              <a:t>Statistici</a:t>
            </a:r>
            <a:endParaRPr lang="en-GB" sz="1400" i="1"/>
          </a:p>
        </p:txBody>
      </p:sp>
    </p:spTree>
    <p:extLst>
      <p:ext uri="{BB962C8B-B14F-4D97-AF65-F5344CB8AC3E}">
        <p14:creationId xmlns:p14="http://schemas.microsoft.com/office/powerpoint/2010/main" val="1535226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3B48B-5B39-4112-8DB7-6D7760931009}"/>
              </a:ext>
            </a:extLst>
          </p:cNvPr>
          <p:cNvSpPr>
            <a:spLocks noGrp="1"/>
          </p:cNvSpPr>
          <p:nvPr>
            <p:ph type="title"/>
          </p:nvPr>
        </p:nvSpPr>
        <p:spPr>
          <a:xfrm>
            <a:off x="640237" y="383979"/>
            <a:ext cx="10515600" cy="832079"/>
          </a:xfrm>
        </p:spPr>
        <p:txBody>
          <a:bodyPr>
            <a:normAutofit/>
          </a:bodyPr>
          <a:lstStyle/>
          <a:p>
            <a:r>
              <a:rPr lang="en-US" sz="3600" err="1"/>
              <a:t>Bibliografie</a:t>
            </a:r>
            <a:r>
              <a:rPr lang="en-US" sz="3600"/>
              <a:t> – </a:t>
            </a:r>
            <a:r>
              <a:rPr lang="en-US" sz="3600" err="1"/>
              <a:t>Resurse</a:t>
            </a:r>
            <a:r>
              <a:rPr lang="en-US" sz="3600"/>
              <a:t> </a:t>
            </a:r>
            <a:r>
              <a:rPr lang="en-US" sz="3600" err="1"/>
              <a:t>folosite</a:t>
            </a:r>
            <a:endParaRPr lang="en-US" sz="3600"/>
          </a:p>
        </p:txBody>
      </p:sp>
      <p:sp>
        <p:nvSpPr>
          <p:cNvPr id="3" name="Content Placeholder 2">
            <a:extLst>
              <a:ext uri="{FF2B5EF4-FFF2-40B4-BE49-F238E27FC236}">
                <a16:creationId xmlns:a16="http://schemas.microsoft.com/office/drawing/2014/main" id="{3F289DB0-2FA6-4687-8861-FDA0446F6479}"/>
              </a:ext>
            </a:extLst>
          </p:cNvPr>
          <p:cNvSpPr>
            <a:spLocks noGrp="1"/>
          </p:cNvSpPr>
          <p:nvPr>
            <p:ph idx="1"/>
          </p:nvPr>
        </p:nvSpPr>
        <p:spPr>
          <a:xfrm>
            <a:off x="263950" y="1357459"/>
            <a:ext cx="10891887" cy="5627802"/>
          </a:xfrm>
        </p:spPr>
        <p:txBody>
          <a:bodyPr>
            <a:normAutofit/>
          </a:bodyPr>
          <a:lstStyle/>
          <a:p>
            <a:pPr>
              <a:lnSpc>
                <a:spcPct val="107000"/>
              </a:lnSpc>
              <a:spcAft>
                <a:spcPts val="800"/>
              </a:spcAft>
            </a:pPr>
            <a:r>
              <a:rPr lang="en-US" sz="1800">
                <a:ea typeface="Times New Roman" panose="02020603050405020304" pitchFamily="18" charset="0"/>
                <a:cs typeface="Times New Roman" panose="02020603050405020304" pitchFamily="18" charset="0"/>
              </a:rPr>
              <a:t>Oracle academy</a:t>
            </a:r>
            <a:endParaRPr lang="en-US" sz="1800">
              <a:effectLst/>
              <a:ea typeface="Times New Roman" panose="02020603050405020304" pitchFamily="18" charset="0"/>
              <a:cs typeface="Times New Roman" panose="02020603050405020304" pitchFamily="18" charset="0"/>
            </a:endParaRPr>
          </a:p>
          <a:p>
            <a:pPr algn="just">
              <a:lnSpc>
                <a:spcPct val="107000"/>
              </a:lnSpc>
              <a:spcAft>
                <a:spcPts val="800"/>
              </a:spcAft>
            </a:pPr>
            <a:r>
              <a:rPr lang="en-US" sz="1800" err="1"/>
              <a:t>Dbeaver</a:t>
            </a:r>
            <a:r>
              <a:rPr lang="en-US" sz="1800"/>
              <a:t> – </a:t>
            </a:r>
            <a:r>
              <a:rPr lang="en-US" sz="1800" err="1"/>
              <a:t>pentru</a:t>
            </a:r>
            <a:r>
              <a:rPr lang="en-US" sz="1800"/>
              <a:t> </a:t>
            </a:r>
            <a:r>
              <a:rPr lang="en-US" sz="1800" err="1"/>
              <a:t>crearea</a:t>
            </a:r>
            <a:r>
              <a:rPr lang="en-US" sz="1800"/>
              <a:t> </a:t>
            </a:r>
            <a:r>
              <a:rPr lang="en-US" sz="1800" err="1"/>
              <a:t>bazei</a:t>
            </a:r>
            <a:r>
              <a:rPr lang="en-US" sz="1800"/>
              <a:t> de date</a:t>
            </a:r>
          </a:p>
          <a:p>
            <a:pPr algn="just">
              <a:lnSpc>
                <a:spcPct val="107000"/>
              </a:lnSpc>
              <a:spcAft>
                <a:spcPts val="800"/>
              </a:spcAft>
            </a:pPr>
            <a:r>
              <a:rPr lang="en-US" sz="1800" err="1"/>
              <a:t>Mockaroo</a:t>
            </a:r>
            <a:r>
              <a:rPr lang="en-US" sz="1800"/>
              <a:t> - </a:t>
            </a:r>
            <a:r>
              <a:rPr lang="en-US" sz="1800">
                <a:hlinkClick r:id="rId2"/>
              </a:rPr>
              <a:t>https://www.mockaroo.com/</a:t>
            </a:r>
            <a:r>
              <a:rPr lang="en-US" sz="1800"/>
              <a:t> - </a:t>
            </a:r>
            <a:r>
              <a:rPr lang="en-US" sz="1800" err="1"/>
              <a:t>pentru</a:t>
            </a:r>
            <a:r>
              <a:rPr lang="en-US" sz="1800"/>
              <a:t> </a:t>
            </a:r>
            <a:r>
              <a:rPr lang="en-US" sz="1800" err="1"/>
              <a:t>generarea</a:t>
            </a:r>
            <a:r>
              <a:rPr lang="en-US" sz="1800"/>
              <a:t> </a:t>
            </a:r>
            <a:r>
              <a:rPr lang="en-US" sz="1800" err="1"/>
              <a:t>datelor</a:t>
            </a:r>
            <a:endParaRPr lang="en-US" sz="1800"/>
          </a:p>
          <a:p>
            <a:pPr algn="just">
              <a:lnSpc>
                <a:spcPct val="107000"/>
              </a:lnSpc>
              <a:spcAft>
                <a:spcPts val="800"/>
              </a:spcAft>
            </a:pPr>
            <a:r>
              <a:rPr lang="en-US" sz="1800"/>
              <a:t>Excel – </a:t>
            </a:r>
            <a:r>
              <a:rPr lang="en-US" sz="1800" err="1"/>
              <a:t>pentru</a:t>
            </a:r>
            <a:r>
              <a:rPr lang="en-US" sz="1800"/>
              <a:t> </a:t>
            </a:r>
            <a:r>
              <a:rPr lang="en-US" sz="1800" err="1"/>
              <a:t>generarea</a:t>
            </a:r>
            <a:r>
              <a:rPr lang="en-US" sz="1800"/>
              <a:t> </a:t>
            </a:r>
            <a:r>
              <a:rPr lang="en-US" sz="1800" err="1"/>
              <a:t>datelor</a:t>
            </a:r>
            <a:endParaRPr lang="en-US" sz="1800"/>
          </a:p>
          <a:p>
            <a:pPr algn="just">
              <a:lnSpc>
                <a:spcPct val="107000"/>
              </a:lnSpc>
              <a:spcAft>
                <a:spcPts val="800"/>
              </a:spcAft>
            </a:pPr>
            <a:r>
              <a:rPr lang="en-US" sz="1800"/>
              <a:t>Udemy –</a:t>
            </a:r>
            <a:r>
              <a:rPr lang="en-US" sz="1800" err="1"/>
              <a:t>pentru</a:t>
            </a:r>
            <a:r>
              <a:rPr lang="en-US" sz="1800"/>
              <a:t> </a:t>
            </a:r>
            <a:r>
              <a:rPr lang="en-US" sz="1800" err="1"/>
              <a:t>cursul</a:t>
            </a:r>
            <a:r>
              <a:rPr lang="en-US" sz="1800"/>
              <a:t> de react</a:t>
            </a:r>
          </a:p>
          <a:p>
            <a:pPr algn="just">
              <a:lnSpc>
                <a:spcPct val="107000"/>
              </a:lnSpc>
              <a:spcAft>
                <a:spcPts val="800"/>
              </a:spcAft>
            </a:pPr>
            <a:r>
              <a:rPr lang="en-US" sz="1800"/>
              <a:t>Visual studio code – </a:t>
            </a:r>
            <a:r>
              <a:rPr lang="en-US" sz="1800" err="1"/>
              <a:t>pentru</a:t>
            </a:r>
            <a:r>
              <a:rPr lang="en-US" sz="1800"/>
              <a:t> </a:t>
            </a:r>
            <a:r>
              <a:rPr lang="en-US" sz="1800" err="1"/>
              <a:t>codul</a:t>
            </a:r>
            <a:r>
              <a:rPr lang="en-US" sz="1800"/>
              <a:t> </a:t>
            </a:r>
            <a:r>
              <a:rPr lang="en-US" sz="1800" err="1"/>
              <a:t>aferent</a:t>
            </a:r>
            <a:r>
              <a:rPr lang="en-US" sz="1800"/>
              <a:t> site-</a:t>
            </a:r>
            <a:r>
              <a:rPr lang="en-US" sz="1800" err="1"/>
              <a:t>ului</a:t>
            </a:r>
            <a:endParaRPr lang="en-US" sz="1800"/>
          </a:p>
          <a:p>
            <a:pPr algn="just">
              <a:lnSpc>
                <a:spcPct val="107000"/>
              </a:lnSpc>
              <a:spcAft>
                <a:spcPts val="800"/>
              </a:spcAft>
            </a:pPr>
            <a:endParaRPr lang="en-US" sz="1600">
              <a:effectLst/>
              <a:ea typeface="Calibri" panose="020F0502020204030204" pitchFamily="34" charset="0"/>
              <a:cs typeface="Times New Roman" panose="02020603050405020304" pitchFamily="18" charset="0"/>
            </a:endParaRPr>
          </a:p>
          <a:p>
            <a:endParaRPr lang="en-US"/>
          </a:p>
          <a:p>
            <a:endParaRPr lang="en-US"/>
          </a:p>
        </p:txBody>
      </p:sp>
    </p:spTree>
    <p:extLst>
      <p:ext uri="{BB962C8B-B14F-4D97-AF65-F5344CB8AC3E}">
        <p14:creationId xmlns:p14="http://schemas.microsoft.com/office/powerpoint/2010/main" val="1044733142"/>
      </p:ext>
    </p:extLst>
  </p:cSld>
  <p:clrMapOvr>
    <a:masterClrMapping/>
  </p:clrMapOvr>
</p:sld>
</file>

<file path=ppt/theme/theme1.xml><?xml version="1.0" encoding="utf-8"?>
<a:theme xmlns:a="http://schemas.openxmlformats.org/drawingml/2006/main" name="FunkyShapesVTI">
  <a:themeElements>
    <a:clrScheme name="Custom 15">
      <a:dk1>
        <a:sysClr val="windowText" lastClr="000000"/>
      </a:dk1>
      <a:lt1>
        <a:sysClr val="window" lastClr="FFFFFF"/>
      </a:lt1>
      <a:dk2>
        <a:srgbClr val="2D2D2D"/>
      </a:dk2>
      <a:lt2>
        <a:srgbClr val="F3FFF8"/>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VTI" id="{A7F40C41-3FB2-45B0-B0D6-DFB7FDD9B7AD}" vid="{C49381A0-09CD-46EE-B141-E2CDD87ABF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Ecran lat</PresentationFormat>
  <Slides>13</Slides>
  <Notes>1</Notes>
  <HiddenSlides>0</HiddenSlides>
  <ScaleCrop>false</ScaleCrop>
  <HeadingPairs>
    <vt:vector size="4" baseType="variant">
      <vt:variant>
        <vt:lpstr>Temă</vt:lpstr>
      </vt:variant>
      <vt:variant>
        <vt:i4>1</vt:i4>
      </vt:variant>
      <vt:variant>
        <vt:lpstr>Titluri diapozitive</vt:lpstr>
      </vt:variant>
      <vt:variant>
        <vt:i4>13</vt:i4>
      </vt:variant>
    </vt:vector>
  </HeadingPairs>
  <TitlesOfParts>
    <vt:vector size="14" baseType="lpstr">
      <vt:lpstr>FunkyShapesVTI</vt:lpstr>
      <vt:lpstr>Timpuri noi pe drumuri vechi </vt:lpstr>
      <vt:lpstr>Descrierea lucrării</vt:lpstr>
      <vt:lpstr>     Diagrama   ERD</vt:lpstr>
      <vt:lpstr>   Reguli structurale</vt:lpstr>
      <vt:lpstr>Maparea</vt:lpstr>
      <vt:lpstr>      </vt:lpstr>
      <vt:lpstr>   </vt:lpstr>
      <vt:lpstr>   </vt:lpstr>
      <vt:lpstr>Reguli procedurale</vt:lpstr>
      <vt:lpstr> </vt:lpstr>
      <vt:lpstr>    </vt:lpstr>
      <vt:lpstr>   </vt:lpstr>
      <vt:lpstr>Bibliografie – Resurse folosite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Haiduci</dc:title>
  <dc:creator>ZAMFIR IRINA MARIA</dc:creator>
  <cp:revision>5</cp:revision>
  <dcterms:created xsi:type="dcterms:W3CDTF">2021-11-08T13:31:20Z</dcterms:created>
  <dcterms:modified xsi:type="dcterms:W3CDTF">2024-01-15T16:29:38Z</dcterms:modified>
</cp:coreProperties>
</file>